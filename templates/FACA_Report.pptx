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ctr" defTabSz="8255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30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9D1E1"/>
          </a:solidFill>
        </a:fill>
      </a:tcStyle>
    </a:wholeTbl>
    <a:band2H>
      <a:tcTxStyle b="def" i="def"/>
      <a:tcStyle>
        <a:tcBdr/>
        <a:fill>
          <a:solidFill>
            <a:srgbClr val="FCE9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2" name="Shape 15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12" name="Body Level One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andy path between two hills leading to the ocean"/>
          <p:cNvSpPr/>
          <p:nvPr>
            <p:ph type="pic" sz="half" idx="21"/>
          </p:nvPr>
        </p:nvSpPr>
        <p:spPr>
          <a:xfrm>
            <a:off x="10960100" y="3149600"/>
            <a:ext cx="13944600" cy="92964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21" name="标题文本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标题文本</a:t>
            </a:r>
          </a:p>
        </p:txBody>
      </p:sp>
      <p:sp>
        <p:nvSpPr>
          <p:cNvPr id="22" name="Body Level One…"/>
          <p:cNvSpPr txBox="1"/>
          <p:nvPr>
            <p:ph type="body" sz="half" idx="1" hasCustomPrompt="1"/>
          </p:nvPr>
        </p:nvSpPr>
        <p:spPr>
          <a:xfrm>
            <a:off x="1689100" y="3149600"/>
            <a:ext cx="10223500" cy="9296400"/>
          </a:xfrm>
          <a:prstGeom prst="rect">
            <a:avLst/>
          </a:prstGeom>
        </p:spPr>
        <p:txBody>
          <a:bodyPr/>
          <a:lstStyle>
            <a:lvl1pPr marL="558800" indent="-558800">
              <a:spcBef>
                <a:spcPts val="4500"/>
              </a:spcBef>
              <a:defRPr sz="3800"/>
            </a:lvl1pPr>
            <a:lvl2pPr marL="1117600" indent="-558800">
              <a:spcBef>
                <a:spcPts val="4500"/>
              </a:spcBef>
              <a:defRPr sz="3800"/>
            </a:lvl2pPr>
            <a:lvl3pPr marL="1676400" indent="-558800">
              <a:spcBef>
                <a:spcPts val="4500"/>
              </a:spcBef>
              <a:defRPr sz="3800"/>
            </a:lvl3pPr>
            <a:lvl4pPr marL="2235200" indent="-558800">
              <a:spcBef>
                <a:spcPts val="4500"/>
              </a:spcBef>
              <a:defRPr sz="3800"/>
            </a:lvl4pPr>
            <a:lvl5pPr marL="2794000" indent="-558800">
              <a:spcBef>
                <a:spcPts val="4500"/>
              </a:spcBef>
              <a:defRPr sz="3800"/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ody Level One…"/>
          <p:cNvSpPr txBox="1"/>
          <p:nvPr>
            <p:ph type="body" idx="1" hasCustomPrompt="1"/>
          </p:nvPr>
        </p:nvSpPr>
        <p:spPr>
          <a:xfrm>
            <a:off x="1689100" y="1778000"/>
            <a:ext cx="21005800" cy="10160000"/>
          </a:xfrm>
          <a:prstGeom prst="rect">
            <a:avLst/>
          </a:prstGeom>
        </p:spPr>
        <p:txBody>
          <a:bodyPr/>
          <a:lstStyle/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andy path between two hills leading to the ocean"/>
          <p:cNvSpPr/>
          <p:nvPr>
            <p:ph type="pic" sz="quarter" idx="21"/>
          </p:nvPr>
        </p:nvSpPr>
        <p:spPr>
          <a:xfrm>
            <a:off x="15300325" y="7048500"/>
            <a:ext cx="8324850" cy="55499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39" name="Heron flying low over a beach with a short fence in the foreground"/>
          <p:cNvSpPr/>
          <p:nvPr>
            <p:ph type="pic" sz="quarter" idx="22"/>
          </p:nvPr>
        </p:nvSpPr>
        <p:spPr>
          <a:xfrm>
            <a:off x="15760700" y="863600"/>
            <a:ext cx="7404100" cy="7404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40" name="View of beach and sea from a grassy sand dune"/>
          <p:cNvSpPr/>
          <p:nvPr>
            <p:ph type="pic" idx="23"/>
          </p:nvPr>
        </p:nvSpPr>
        <p:spPr>
          <a:xfrm>
            <a:off x="-990600" y="1130300"/>
            <a:ext cx="17202150" cy="114681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4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View of beach and sea from a grassy sand dune"/>
          <p:cNvSpPr/>
          <p:nvPr>
            <p:ph type="pic" idx="21"/>
          </p:nvPr>
        </p:nvSpPr>
        <p:spPr>
          <a:xfrm>
            <a:off x="-50800" y="-1270000"/>
            <a:ext cx="24485600" cy="16323734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pPr/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預設簡報設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线条"/>
          <p:cNvSpPr/>
          <p:nvPr/>
        </p:nvSpPr>
        <p:spPr>
          <a:xfrm>
            <a:off x="593102" y="881059"/>
            <a:ext cx="23197815" cy="12"/>
          </a:xfrm>
          <a:prstGeom prst="line">
            <a:avLst/>
          </a:prstGeom>
          <a:ln w="12700">
            <a:solidFill>
              <a:srgbClr val="929292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64" name="标题文本"/>
          <p:cNvSpPr txBox="1"/>
          <p:nvPr>
            <p:ph type="title" hasCustomPrompt="1"/>
          </p:nvPr>
        </p:nvSpPr>
        <p:spPr>
          <a:xfrm>
            <a:off x="616380" y="-655237"/>
            <a:ext cx="21225643" cy="2221047"/>
          </a:xfrm>
          <a:prstGeom prst="rect">
            <a:avLst/>
          </a:prstGeom>
        </p:spPr>
        <p:txBody>
          <a:bodyPr lIns="80642" tIns="80642" rIns="80642" bIns="80642"/>
          <a:lstStyle>
            <a:lvl1pPr marR="48893" indent="48893" algn="l" defTabSz="869950">
              <a:defRPr sz="5600">
                <a:solidFill>
                  <a:srgbClr val="929292"/>
                </a:solidFill>
                <a:uFill>
                  <a:solidFill>
                    <a:srgbClr val="929292"/>
                  </a:solidFill>
                </a:u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65" name="Body Level One…"/>
          <p:cNvSpPr txBox="1"/>
          <p:nvPr>
            <p:ph type="body" idx="1" hasCustomPrompt="1"/>
          </p:nvPr>
        </p:nvSpPr>
        <p:spPr>
          <a:xfrm>
            <a:off x="2592141" y="2368879"/>
            <a:ext cx="19203081" cy="11347127"/>
          </a:xfrm>
          <a:prstGeom prst="rect">
            <a:avLst/>
          </a:prstGeom>
        </p:spPr>
        <p:txBody>
          <a:bodyPr lIns="80642" tIns="80642" rIns="80642" bIns="80642" anchor="t"/>
          <a:lstStyle>
            <a:lvl1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1pPr>
            <a:lvl2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2pPr>
            <a:lvl3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3pPr>
            <a:lvl4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4pPr>
            <a:lvl5pPr marL="0" marR="48893" indent="48259" defTabSz="869950">
              <a:spcBef>
                <a:spcPts val="500"/>
              </a:spcBef>
              <a:buSzTx/>
              <a:buNone/>
              <a:defRPr>
                <a:solidFill>
                  <a:srgbClr val="424242"/>
                </a:solidFill>
                <a:uFill>
                  <a:solidFill>
                    <a:srgbClr val="424242"/>
                  </a:solidFill>
                </a:u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6" name="Slide Number"/>
          <p:cNvSpPr txBox="1"/>
          <p:nvPr>
            <p:ph type="sldNum" sz="quarter" idx="2"/>
          </p:nvPr>
        </p:nvSpPr>
        <p:spPr>
          <a:xfrm>
            <a:off x="12085732" y="13162033"/>
            <a:ext cx="303363" cy="279401"/>
          </a:xfrm>
          <a:prstGeom prst="rect">
            <a:avLst/>
          </a:prstGeom>
        </p:spPr>
        <p:txBody>
          <a:bodyPr lIns="0" tIns="0" rIns="0" bIns="0" anchor="b"/>
          <a:lstStyle>
            <a:lvl1pPr defTabSz="584200">
              <a:defRPr sz="180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Verdana"/>
                <a:ea typeface="Verdana"/>
                <a:cs typeface="Verdana"/>
                <a:sym typeface="Verdan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Body Level One…"/>
          <p:cNvSpPr txBox="1"/>
          <p:nvPr>
            <p:ph type="body" sz="quarter" idx="1" hasCustomPrompt="1"/>
          </p:nvPr>
        </p:nvSpPr>
        <p:spPr>
          <a:xfrm>
            <a:off x="1201340" y="11859862"/>
            <a:ext cx="21971005" cy="636991"/>
          </a:xfrm>
          <a:prstGeom prst="rect">
            <a:avLst/>
          </a:prstGeom>
        </p:spPr>
        <p:txBody>
          <a:bodyPr lIns="45718" tIns="45718" rIns="45718" bIns="45718" anchor="t"/>
          <a:lstStyle>
            <a:lvl1pPr marL="0" indent="0" defTabSz="701675">
              <a:spcBef>
                <a:spcPts val="0"/>
              </a:spcBef>
              <a:buSzTx/>
              <a:buNone/>
              <a:tabLst>
                <a:tab pos="711200" algn="l"/>
              </a:tabLst>
              <a:defRPr sz="3000" u="sng"/>
            </a:lvl1pPr>
            <a:lvl2pPr marL="1001344" indent="-366346" defTabSz="701675">
              <a:spcBef>
                <a:spcPts val="0"/>
              </a:spcBef>
              <a:tabLst>
                <a:tab pos="711200" algn="l"/>
              </a:tabLst>
              <a:defRPr sz="3000" u="sng"/>
            </a:lvl2pPr>
            <a:lvl3pPr marL="1636346" indent="-366346" defTabSz="701675">
              <a:spcBef>
                <a:spcPts val="0"/>
              </a:spcBef>
              <a:tabLst>
                <a:tab pos="711200" algn="l"/>
              </a:tabLst>
              <a:defRPr sz="3000" u="sng"/>
            </a:lvl3pPr>
            <a:lvl4pPr marL="2271346" indent="-366346" defTabSz="701675">
              <a:spcBef>
                <a:spcPts val="0"/>
              </a:spcBef>
              <a:tabLst>
                <a:tab pos="711200" algn="l"/>
              </a:tabLst>
              <a:defRPr sz="3000" u="sng"/>
            </a:lvl4pPr>
            <a:lvl5pPr marL="2906346" indent="-366346" defTabSz="701675">
              <a:spcBef>
                <a:spcPts val="0"/>
              </a:spcBef>
              <a:tabLst>
                <a:tab pos="711200" algn="l"/>
              </a:tabLst>
              <a:defRPr sz="3000" u="sng"/>
            </a:lvl5pPr>
          </a:lstStyle>
          <a:p>
            <a:pPr/>
            <a:r>
              <a:t>作者和日期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4" name="演示文稿标题"/>
          <p:cNvSpPr txBox="1"/>
          <p:nvPr>
            <p:ph type="title" hasCustomPrompt="1"/>
          </p:nvPr>
        </p:nvSpPr>
        <p:spPr>
          <a:xfrm>
            <a:off x="1206496" y="2574991"/>
            <a:ext cx="21971005" cy="4648204"/>
          </a:xfrm>
          <a:prstGeom prst="rect">
            <a:avLst/>
          </a:prstGeom>
        </p:spPr>
        <p:txBody>
          <a:bodyPr anchor="b"/>
          <a:lstStyle>
            <a:lvl1pPr algn="l" defTabSz="2438400">
              <a:lnSpc>
                <a:spcPct val="80000"/>
              </a:lnSpc>
              <a:defRPr b="1" spc="-232" sz="11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演示文稿标题</a:t>
            </a:r>
          </a:p>
        </p:txBody>
      </p:sp>
      <p:sp>
        <p:nvSpPr>
          <p:cNvPr id="75" name="正文级别 1…"/>
          <p:cNvSpPr txBox="1"/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演示文稿副标题</a:t>
            </a:r>
          </a:p>
        </p:txBody>
      </p:sp>
      <p:sp>
        <p:nvSpPr>
          <p:cNvPr id="76" name="Slide Number"/>
          <p:cNvSpPr txBox="1"/>
          <p:nvPr>
            <p:ph type="sldNum" sz="quarter" idx="2"/>
          </p:nvPr>
        </p:nvSpPr>
        <p:spPr>
          <a:xfrm>
            <a:off x="17248581" y="12712700"/>
            <a:ext cx="453239" cy="46105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"/>
          <p:cNvSpPr/>
          <p:nvPr/>
        </p:nvSpPr>
        <p:spPr>
          <a:xfrm>
            <a:off x="-95254" y="13392150"/>
            <a:ext cx="24517358" cy="45720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819150">
              <a:defRPr sz="4800">
                <a:solidFill>
                  <a:srgbClr val="FFFFFF"/>
                </a:solidFill>
                <a:effectLst>
                  <a:outerShdw sx="100000" sy="100000" kx="0" ky="0" algn="b" rotWithShape="0" blurRad="38100" dist="12700" dir="540000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84" name="Line"/>
          <p:cNvSpPr/>
          <p:nvPr/>
        </p:nvSpPr>
        <p:spPr>
          <a:xfrm>
            <a:off x="517045" y="1257299"/>
            <a:ext cx="23315963" cy="12"/>
          </a:xfrm>
          <a:prstGeom prst="line">
            <a:avLst/>
          </a:prstGeom>
          <a:ln w="3175">
            <a:solidFill>
              <a:srgbClr val="929292"/>
            </a:solidFill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85" name="Table"/>
          <p:cNvGraphicFramePr/>
          <p:nvPr/>
        </p:nvGraphicFramePr>
        <p:xfrm>
          <a:off x="57148" y="13373100"/>
          <a:ext cx="35204828" cy="51296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734943"/>
                <a:gridCol w="11734943"/>
                <a:gridCol w="11734943"/>
              </a:tblGrid>
              <a:tr h="512963">
                <a:tc>
                  <a:txBody>
                    <a:bodyPr/>
                    <a:lstStyle/>
                    <a:p>
                      <a:pPr>
                        <a:defRPr>
                          <a:sym typeface="Helvetica Neue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1371600">
                        <a:tabLst>
                          <a:tab pos="1295400" algn="l"/>
                          <a:tab pos="10299700" algn="r"/>
                        </a:tabLst>
                        <a:defRPr sz="1800"/>
                      </a:pPr>
                      <a:r>
                        <a:rPr sz="2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defTabSz="1371600">
                        <a:tabLst>
                          <a:tab pos="1295400" algn="l"/>
                          <a:tab pos="10299700" algn="r"/>
                        </a:tabLst>
                        <a:defRPr sz="1800"/>
                      </a:pPr>
                      <a:r>
                        <a:rPr sz="2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6" name="标题文本"/>
          <p:cNvSpPr txBox="1"/>
          <p:nvPr>
            <p:ph type="title" hasCustomPrompt="1"/>
          </p:nvPr>
        </p:nvSpPr>
        <p:spPr>
          <a:xfrm>
            <a:off x="1066796" y="190498"/>
            <a:ext cx="22250408" cy="1066804"/>
          </a:xfrm>
          <a:prstGeom prst="rect">
            <a:avLst/>
          </a:prstGeom>
        </p:spPr>
        <p:txBody>
          <a:bodyPr lIns="76200" tIns="76200" rIns="76200" bIns="76200" anchor="t"/>
          <a:lstStyle>
            <a:lvl1pPr algn="l" defTabSz="819150">
              <a:defRPr sz="54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87" name="Body Level One…"/>
          <p:cNvSpPr txBox="1"/>
          <p:nvPr>
            <p:ph type="body" idx="1" hasCustomPrompt="1"/>
          </p:nvPr>
        </p:nvSpPr>
        <p:spPr>
          <a:xfrm>
            <a:off x="1066796" y="1543046"/>
            <a:ext cx="22250408" cy="11239508"/>
          </a:xfrm>
          <a:prstGeom prst="rect">
            <a:avLst/>
          </a:prstGeom>
        </p:spPr>
        <p:txBody>
          <a:bodyPr lIns="0" tIns="0" rIns="0" bIns="0" anchor="t"/>
          <a:lstStyle>
            <a:lvl1pPr marL="0" indent="0" defTabSz="819150">
              <a:lnSpc>
                <a:spcPct val="80000"/>
              </a:lnSpc>
              <a:spcBef>
                <a:spcPts val="1300"/>
              </a:spcBef>
              <a:buSzTx/>
              <a:buNone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666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1047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1428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1809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8" name="Slide Number"/>
          <p:cNvSpPr txBox="1"/>
          <p:nvPr>
            <p:ph type="sldNum" sz="quarter" idx="2"/>
          </p:nvPr>
        </p:nvSpPr>
        <p:spPr>
          <a:xfrm>
            <a:off x="11469885" y="9605628"/>
            <a:ext cx="334570" cy="338480"/>
          </a:xfrm>
          <a:prstGeom prst="rect">
            <a:avLst/>
          </a:prstGeom>
        </p:spPr>
        <p:txBody>
          <a:bodyPr lIns="76200" tIns="76200" rIns="76200" bIns="76200" anchor="b"/>
          <a:lstStyle>
            <a:lvl1pPr defTabSz="819150">
              <a:defRPr sz="12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"/>
          <p:cNvSpPr/>
          <p:nvPr/>
        </p:nvSpPr>
        <p:spPr>
          <a:xfrm>
            <a:off x="-95250" y="13392150"/>
            <a:ext cx="24517350" cy="45720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819150">
              <a:defRPr sz="4800">
                <a:solidFill>
                  <a:srgbClr val="FFFFFF"/>
                </a:solidFill>
                <a:effectLst>
                  <a:outerShdw sx="100000" sy="100000" kx="0" ky="0" algn="b" rotWithShape="0" blurRad="38100" dist="12700" dir="540000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96" name="Line"/>
          <p:cNvSpPr/>
          <p:nvPr/>
        </p:nvSpPr>
        <p:spPr>
          <a:xfrm>
            <a:off x="517068" y="1257300"/>
            <a:ext cx="23315955" cy="0"/>
          </a:xfrm>
          <a:prstGeom prst="line">
            <a:avLst/>
          </a:prstGeom>
          <a:ln w="12700">
            <a:solidFill>
              <a:srgbClr val="929292"/>
            </a:solidFill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97" name="Table"/>
          <p:cNvGraphicFramePr/>
          <p:nvPr/>
        </p:nvGraphicFramePr>
        <p:xfrm>
          <a:off x="57150" y="13373100"/>
          <a:ext cx="24276050" cy="35362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2017"/>
                <a:gridCol w="8092017"/>
                <a:gridCol w="8092017"/>
              </a:tblGrid>
              <a:tr h="353625">
                <a:tc>
                  <a:txBody>
                    <a:bodyPr/>
                    <a:lstStyle/>
                    <a:p>
                      <a:pPr algn="l" defTabSz="1371600">
                        <a:tabLst>
                          <a:tab pos="1295400" algn="l"/>
                        </a:tabLst>
                        <a:defRPr sz="1800"/>
                      </a:pPr>
                      <a:r>
                        <a:rPr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11/8/2021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1371600">
                        <a:tabLst>
                          <a:tab pos="1295400" algn="l"/>
                          <a:tab pos="10299700" algn="r"/>
                        </a:tabLst>
                        <a:defRPr sz="1800"/>
                      </a:pPr>
                      <a:r>
                        <a:rPr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defTabSz="1371600">
                        <a:tabLst>
                          <a:tab pos="1295400" algn="l"/>
                          <a:tab pos="10299700" algn="r"/>
                        </a:tabLst>
                        <a:defRPr sz="1800"/>
                      </a:pPr>
                      <a:r>
                        <a:rPr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8" name="标题文本"/>
          <p:cNvSpPr txBox="1"/>
          <p:nvPr>
            <p:ph type="title" hasCustomPrompt="1"/>
          </p:nvPr>
        </p:nvSpPr>
        <p:spPr>
          <a:xfrm>
            <a:off x="1066800" y="190500"/>
            <a:ext cx="22250400" cy="1066800"/>
          </a:xfrm>
          <a:prstGeom prst="rect">
            <a:avLst/>
          </a:prstGeom>
        </p:spPr>
        <p:txBody>
          <a:bodyPr lIns="76200" tIns="76200" rIns="76200" bIns="76200" anchor="t"/>
          <a:lstStyle>
            <a:lvl1pPr algn="l" defTabSz="819150">
              <a:defRPr sz="54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99" name="Body Level One…"/>
          <p:cNvSpPr txBox="1"/>
          <p:nvPr>
            <p:ph type="body" idx="1" hasCustomPrompt="1"/>
          </p:nvPr>
        </p:nvSpPr>
        <p:spPr>
          <a:xfrm>
            <a:off x="1066800" y="1543050"/>
            <a:ext cx="22250400" cy="11239500"/>
          </a:xfrm>
          <a:prstGeom prst="rect">
            <a:avLst/>
          </a:prstGeom>
        </p:spPr>
        <p:txBody>
          <a:bodyPr lIns="0" tIns="0" rIns="0" bIns="0" anchor="t"/>
          <a:lstStyle>
            <a:lvl1pPr marL="0" indent="0" defTabSz="819150">
              <a:lnSpc>
                <a:spcPct val="80000"/>
              </a:lnSpc>
              <a:spcBef>
                <a:spcPts val="1300"/>
              </a:spcBef>
              <a:buSzTx/>
              <a:buNone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666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1047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1428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1809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0" name="Slide Number"/>
          <p:cNvSpPr txBox="1"/>
          <p:nvPr>
            <p:ph type="sldNum" sz="quarter" idx="2"/>
          </p:nvPr>
        </p:nvSpPr>
        <p:spPr>
          <a:xfrm>
            <a:off x="12408261" y="13390957"/>
            <a:ext cx="362815" cy="363144"/>
          </a:xfrm>
          <a:prstGeom prst="rect">
            <a:avLst/>
          </a:prstGeom>
        </p:spPr>
        <p:txBody>
          <a:bodyPr lIns="76200" tIns="76200" rIns="76200" bIns="76200" anchor="b"/>
          <a:lstStyle>
            <a:lvl1pPr defTabSz="819150">
              <a:defRPr sz="14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矩形"/>
          <p:cNvSpPr/>
          <p:nvPr/>
        </p:nvSpPr>
        <p:spPr>
          <a:xfrm>
            <a:off x="-88902" y="13398500"/>
            <a:ext cx="27076401" cy="46990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1238250">
              <a:defRPr sz="48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</a:p>
        </p:txBody>
      </p:sp>
      <p:sp>
        <p:nvSpPr>
          <p:cNvPr id="108" name="线条"/>
          <p:cNvSpPr/>
          <p:nvPr/>
        </p:nvSpPr>
        <p:spPr>
          <a:xfrm>
            <a:off x="517047" y="1244599"/>
            <a:ext cx="23315963" cy="12"/>
          </a:xfrm>
          <a:prstGeom prst="line">
            <a:avLst/>
          </a:prstGeom>
          <a:ln w="3175">
            <a:solidFill>
              <a:srgbClr val="929292"/>
            </a:solidFill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109" name="Table 1-1"/>
          <p:cNvGraphicFramePr/>
          <p:nvPr/>
        </p:nvGraphicFramePr>
        <p:xfrm>
          <a:off x="76197" y="13347700"/>
          <a:ext cx="24291927" cy="36512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7309"/>
                <a:gridCol w="8097309"/>
                <a:gridCol w="8097309"/>
              </a:tblGrid>
              <a:tr h="365125">
                <a:tc>
                  <a:txBody>
                    <a:bodyPr/>
                    <a:lstStyle/>
                    <a:p>
                      <a:pPr>
                        <a:defRPr>
                          <a:sym typeface="Helvetica Neue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943100" algn="l"/>
                          <a:tab pos="15468600" algn="r"/>
                        </a:tabLst>
                        <a:defRPr sz="1800"/>
                      </a:pPr>
                      <a:r>
                        <a:rPr sz="1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943100" algn="l"/>
                          <a:tab pos="15468600" algn="r"/>
                        </a:tabLst>
                        <a:defRPr sz="1800"/>
                      </a:pPr>
                      <a:r>
                        <a:rPr sz="1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Manufacturing Design - Apple Confidential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0" name="Body Level One…"/>
          <p:cNvSpPr txBox="1"/>
          <p:nvPr>
            <p:ph type="body" sz="quarter" idx="1" hasCustomPrompt="1"/>
          </p:nvPr>
        </p:nvSpPr>
        <p:spPr>
          <a:xfrm>
            <a:off x="514941" y="292471"/>
            <a:ext cx="23320191" cy="932612"/>
          </a:xfrm>
          <a:prstGeom prst="rect">
            <a:avLst/>
          </a:prstGeom>
        </p:spPr>
        <p:txBody>
          <a:bodyPr/>
          <a:lstStyle>
            <a:lvl1pPr>
              <a:defRPr sz="5200"/>
            </a:lvl1pPr>
            <a:lvl2pPr>
              <a:defRPr sz="5200"/>
            </a:lvl2pPr>
            <a:lvl3pPr>
              <a:defRPr sz="5200"/>
            </a:lvl3pPr>
            <a:lvl4pPr>
              <a:defRPr sz="5200"/>
            </a:lvl4pPr>
            <a:lvl5pPr>
              <a:defRPr sz="5200"/>
            </a:lvl5pPr>
          </a:lstStyle>
          <a:p>
            <a:pPr/>
            <a:r>
              <a:t>NXX | Title Text: Subtitle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2482710" y="13373100"/>
            <a:ext cx="283770" cy="287680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defTabSz="1238250">
              <a:defRPr sz="1200">
                <a:solidFill>
                  <a:srgbClr val="53585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Rectangle"/>
          <p:cNvSpPr/>
          <p:nvPr/>
        </p:nvSpPr>
        <p:spPr>
          <a:xfrm>
            <a:off x="-95250" y="13392150"/>
            <a:ext cx="24517350" cy="457200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defTabSz="819150">
              <a:defRPr sz="4800">
                <a:solidFill>
                  <a:srgbClr val="FFFFFF"/>
                </a:solidFill>
                <a:effectLst>
                  <a:outerShdw sx="100000" sy="100000" kx="0" ky="0" algn="b" rotWithShape="0" blurRad="38100" dist="12700" dir="5400000">
                    <a:srgbClr val="000000">
                      <a:alpha val="50000"/>
                    </a:srgbClr>
                  </a:outerShdw>
                </a:effectLst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119" name="Line"/>
          <p:cNvSpPr/>
          <p:nvPr/>
        </p:nvSpPr>
        <p:spPr>
          <a:xfrm>
            <a:off x="517068" y="1257300"/>
            <a:ext cx="23315955" cy="0"/>
          </a:xfrm>
          <a:prstGeom prst="line">
            <a:avLst/>
          </a:prstGeom>
          <a:ln w="12700">
            <a:solidFill>
              <a:srgbClr val="929292"/>
            </a:solidFill>
            <a:miter lim="400000"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120" name="Table"/>
          <p:cNvGraphicFramePr/>
          <p:nvPr/>
        </p:nvGraphicFramePr>
        <p:xfrm>
          <a:off x="57150" y="13373100"/>
          <a:ext cx="24276050" cy="34925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2017"/>
                <a:gridCol w="8092017"/>
                <a:gridCol w="8092017"/>
              </a:tblGrid>
              <a:tr h="349250">
                <a:tc>
                  <a:txBody>
                    <a:bodyPr/>
                    <a:lstStyle/>
                    <a:p>
                      <a:pPr algn="l" defTabSz="819150">
                        <a:defRPr sz="1800"/>
                      </a:pPr>
                      <a:r>
                        <a:rPr sz="1200">
                          <a:latin typeface="Helvetica Neue Light"/>
                          <a:ea typeface="Helvetica Neue Light"/>
                          <a:cs typeface="Helvetica Neue Light"/>
                        </a:rPr>
                        <a:t>11/8/2021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819150">
                        <a:defRPr sz="1800"/>
                      </a:pPr>
                      <a:r>
                        <a:rPr sz="1200"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819150">
                        <a:defRPr sz="1800"/>
                      </a:pPr>
                      <a:r>
                        <a:rPr sz="1200"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800" marR="50800" marT="50800" marB="5080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1" name="标题文本"/>
          <p:cNvSpPr txBox="1"/>
          <p:nvPr>
            <p:ph type="title" hasCustomPrompt="1"/>
          </p:nvPr>
        </p:nvSpPr>
        <p:spPr>
          <a:xfrm>
            <a:off x="1066800" y="190500"/>
            <a:ext cx="22250400" cy="1066800"/>
          </a:xfrm>
          <a:prstGeom prst="rect">
            <a:avLst/>
          </a:prstGeom>
        </p:spPr>
        <p:txBody>
          <a:bodyPr lIns="76200" tIns="76200" rIns="76200" bIns="76200" anchor="t"/>
          <a:lstStyle>
            <a:lvl1pPr algn="l" defTabSz="819150">
              <a:defRPr sz="54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122" name="Body Level One…"/>
          <p:cNvSpPr txBox="1"/>
          <p:nvPr>
            <p:ph type="body" idx="1" hasCustomPrompt="1"/>
          </p:nvPr>
        </p:nvSpPr>
        <p:spPr>
          <a:xfrm>
            <a:off x="1066800" y="1543050"/>
            <a:ext cx="22250400" cy="11239500"/>
          </a:xfrm>
          <a:prstGeom prst="rect">
            <a:avLst/>
          </a:prstGeom>
        </p:spPr>
        <p:txBody>
          <a:bodyPr lIns="0" tIns="0" rIns="0" bIns="0" anchor="t"/>
          <a:lstStyle>
            <a:lvl1pPr marL="0" indent="0" defTabSz="819150">
              <a:lnSpc>
                <a:spcPct val="80000"/>
              </a:lnSpc>
              <a:spcBef>
                <a:spcPts val="1300"/>
              </a:spcBef>
              <a:buSzTx/>
              <a:buNone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666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1047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1428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1809750" indent="-285750" defTabSz="819150">
              <a:lnSpc>
                <a:spcPct val="80000"/>
              </a:lnSpc>
              <a:spcBef>
                <a:spcPts val="1300"/>
              </a:spcBef>
              <a:buSzPct val="75000"/>
              <a:buChar char="-"/>
              <a:defRPr sz="3600">
                <a:solidFill>
                  <a:srgbClr val="0096F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</a:lstStyle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3" name="Slide Number"/>
          <p:cNvSpPr txBox="1"/>
          <p:nvPr>
            <p:ph type="sldNum" sz="quarter" idx="2"/>
          </p:nvPr>
        </p:nvSpPr>
        <p:spPr>
          <a:xfrm>
            <a:off x="12408261" y="13390957"/>
            <a:ext cx="362815" cy="363144"/>
          </a:xfrm>
          <a:prstGeom prst="rect">
            <a:avLst/>
          </a:prstGeom>
        </p:spPr>
        <p:txBody>
          <a:bodyPr lIns="76200" tIns="76200" rIns="76200" bIns="76200" anchor="b"/>
          <a:lstStyle>
            <a:lvl1pPr defTabSz="819150">
              <a:defRPr sz="14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Apple Confidential–Internal Use Only"/>
          <p:cNvSpPr txBox="1"/>
          <p:nvPr/>
        </p:nvSpPr>
        <p:spPr>
          <a:xfrm>
            <a:off x="21130620" y="13373100"/>
            <a:ext cx="3136603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b">
            <a:spAutoFit/>
          </a:bodyPr>
          <a:lstStyle>
            <a:lvl1pPr algn="r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Apple Confidential–Internal Use Only</a:t>
            </a:r>
          </a:p>
        </p:txBody>
      </p:sp>
      <p:sp>
        <p:nvSpPr>
          <p:cNvPr id="131" name="Body Level One…"/>
          <p:cNvSpPr txBox="1"/>
          <p:nvPr>
            <p:ph type="body" sz="quarter" idx="1" hasCustomPrompt="1"/>
          </p:nvPr>
        </p:nvSpPr>
        <p:spPr>
          <a:xfrm>
            <a:off x="95095863" y="58293000"/>
            <a:ext cx="22072610" cy="1016000"/>
          </a:xfrm>
          <a:prstGeom prst="rect">
            <a:avLst/>
          </a:prstGeom>
        </p:spPr>
        <p:txBody>
          <a:bodyPr anchor="t"/>
          <a:lstStyle>
            <a:lvl1pPr marL="0" indent="0">
              <a:spcBef>
                <a:spcPts val="6800"/>
              </a:spcBef>
              <a:buSzTx/>
              <a:buNone/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1pPr>
            <a:lvl2pPr marL="1367692" indent="-732692">
              <a:spcBef>
                <a:spcPts val="6800"/>
              </a:spcBef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2pPr>
            <a:lvl3pPr marL="2002688" indent="-732692">
              <a:spcBef>
                <a:spcPts val="6800"/>
              </a:spcBef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3pPr>
            <a:lvl4pPr marL="2637688" indent="-732688">
              <a:spcBef>
                <a:spcPts val="6800"/>
              </a:spcBef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4pPr>
            <a:lvl5pPr marL="3272692" indent="-732692">
              <a:spcBef>
                <a:spcPts val="6800"/>
              </a:spcBef>
              <a:defRPr b="1" sz="6000">
                <a:solidFill>
                  <a:srgbClr val="94A8B2"/>
                </a:solidFill>
                <a:latin typeface="+mj-lt"/>
                <a:ea typeface="+mj-ea"/>
                <a:cs typeface="+mj-cs"/>
                <a:sym typeface="Helvetica"/>
              </a:defRPr>
            </a:lvl5pPr>
          </a:lstStyle>
          <a:p>
            <a:pPr/>
            <a:r>
              <a:t> 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2" name="文本"/>
          <p:cNvSpPr txBox="1"/>
          <p:nvPr>
            <p:ph type="body" sz="quarter" idx="21" hasCustomPrompt="1"/>
          </p:nvPr>
        </p:nvSpPr>
        <p:spPr>
          <a:xfrm>
            <a:off x="95097600" y="59423300"/>
            <a:ext cx="19291300" cy="241300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spcBef>
                <a:spcPts val="0"/>
              </a:spcBef>
              <a:buSzTx/>
              <a:buNone/>
              <a:defRPr spc="-100" sz="1600">
                <a:solidFill>
                  <a:srgbClr val="94A8B2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 </a:t>
            </a:r>
          </a:p>
        </p:txBody>
      </p:sp>
      <p:sp>
        <p:nvSpPr>
          <p:cNvPr id="133" name="标题文本"/>
          <p:cNvSpPr txBox="1"/>
          <p:nvPr>
            <p:ph type="title" hasCustomPrompt="1"/>
          </p:nvPr>
        </p:nvSpPr>
        <p:spPr>
          <a:xfrm>
            <a:off x="1142999" y="10972800"/>
            <a:ext cx="22098002" cy="1384300"/>
          </a:xfrm>
          <a:prstGeom prst="rect">
            <a:avLst/>
          </a:prstGeom>
        </p:spPr>
        <p:txBody>
          <a:bodyPr/>
          <a:lstStyle>
            <a:lvl1pPr algn="l">
              <a:spcBef>
                <a:spcPts val="300"/>
              </a:spcBef>
              <a:defRPr spc="-72" sz="3600"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标题文本</a:t>
            </a:r>
          </a:p>
        </p:txBody>
      </p:sp>
      <p:sp>
        <p:nvSpPr>
          <p:cNvPr id="134" name="正文级别 1…"/>
          <p:cNvSpPr txBox="1"/>
          <p:nvPr>
            <p:ph type="body" idx="22" hasCustomPrompt="1"/>
          </p:nvPr>
        </p:nvSpPr>
        <p:spPr>
          <a:xfrm>
            <a:off x="1142996" y="2743200"/>
            <a:ext cx="22098008" cy="8229600"/>
          </a:xfrm>
          <a:prstGeom prst="rect">
            <a:avLst/>
          </a:prstGeom>
        </p:spPr>
        <p:txBody>
          <a:bodyPr/>
          <a:lstStyle>
            <a:lvl1pPr marL="0" indent="0" defTabSz="751205">
              <a:spcBef>
                <a:spcPts val="0"/>
              </a:spcBef>
              <a:buClr>
                <a:srgbClr val="FFFFFF">
                  <a:alpha val="0"/>
                </a:srgbClr>
              </a:buClr>
              <a:buSzPct val="25000"/>
              <a:defRPr b="1" spc="-200" sz="91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正文级别 1
正文级别 2
正文级别 3
正文级别 4
正文级别 5</a:t>
            </a:r>
          </a:p>
        </p:txBody>
      </p:sp>
      <p:pic>
        <p:nvPicPr>
          <p:cNvPr id="135" name="160927 Apple Logo Black JB.ai" descr="160927 Apple Logo Black JB.a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3461" y="877653"/>
            <a:ext cx="1320552" cy="1320552"/>
          </a:xfrm>
          <a:prstGeom prst="rect">
            <a:avLst/>
          </a:prstGeom>
          <a:ln w="12700">
            <a:miter lim="400000"/>
          </a:ln>
        </p:spPr>
      </p:pic>
      <p:sp>
        <p:nvSpPr>
          <p:cNvPr id="136" name="Slide Number"/>
          <p:cNvSpPr txBox="1"/>
          <p:nvPr>
            <p:ph type="sldNum" sz="quarter" idx="2"/>
          </p:nvPr>
        </p:nvSpPr>
        <p:spPr>
          <a:xfrm>
            <a:off x="23966215" y="13042900"/>
            <a:ext cx="326195" cy="330200"/>
          </a:xfrm>
          <a:prstGeom prst="rect">
            <a:avLst/>
          </a:prstGeom>
        </p:spPr>
        <p:txBody>
          <a:bodyPr/>
          <a:lstStyle>
            <a:lvl1pPr algn="r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Apple Confidential–Internal Use Only"/>
          <p:cNvSpPr txBox="1"/>
          <p:nvPr/>
        </p:nvSpPr>
        <p:spPr>
          <a:xfrm>
            <a:off x="21130620" y="13373100"/>
            <a:ext cx="3136603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b">
            <a:spAutoFit/>
          </a:bodyPr>
          <a:lstStyle>
            <a:lvl1pPr algn="r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Apple Confidential–Internal Use Only</a:t>
            </a:r>
          </a:p>
        </p:txBody>
      </p:sp>
      <p:sp>
        <p:nvSpPr>
          <p:cNvPr id="144" name="reliability engineering"/>
          <p:cNvSpPr txBox="1"/>
          <p:nvPr/>
        </p:nvSpPr>
        <p:spPr>
          <a:xfrm>
            <a:off x="214165" y="13373100"/>
            <a:ext cx="19291302" cy="228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l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reliability engineering</a:t>
            </a:r>
          </a:p>
        </p:txBody>
      </p:sp>
      <p:sp>
        <p:nvSpPr>
          <p:cNvPr id="145" name="Slide Number"/>
          <p:cNvSpPr txBox="1"/>
          <p:nvPr>
            <p:ph type="sldNum" sz="quarter" idx="2"/>
          </p:nvPr>
        </p:nvSpPr>
        <p:spPr>
          <a:xfrm>
            <a:off x="23963834" y="13042900"/>
            <a:ext cx="326195" cy="330200"/>
          </a:xfrm>
          <a:prstGeom prst="rect">
            <a:avLst/>
          </a:prstGeom>
        </p:spPr>
        <p:txBody>
          <a:bodyPr/>
          <a:lstStyle>
            <a:lvl1pPr algn="r" defTabSz="914400">
              <a:tabLst>
                <a:tab pos="914400" algn="l"/>
              </a:tabLst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 hasCustomPrompt="1"/>
          </p:nvPr>
        </p:nvSpPr>
        <p:spPr>
          <a:xfrm>
            <a:off x="1689100" y="355600"/>
            <a:ext cx="21005800" cy="2286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标题文本</a:t>
            </a:r>
          </a:p>
        </p:txBody>
      </p:sp>
      <p:sp>
        <p:nvSpPr>
          <p:cNvPr id="3" name="Body Level One…"/>
          <p:cNvSpPr txBox="1"/>
          <p:nvPr>
            <p:ph type="body" idx="1" hasCustomPrompt="1"/>
          </p:nvPr>
        </p:nvSpPr>
        <p:spPr>
          <a:xfrm>
            <a:off x="1689100" y="3149600"/>
            <a:ext cx="21005800" cy="9296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100000" lnSpcReduction="0"/>
          </a:bodyPr>
          <a:lstStyle/>
          <a:p>
            <a:pPr/>
            <a:r>
              <a:t>正文级别 1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959031" y="13081000"/>
            <a:ext cx="453239" cy="461059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transition xmlns:p14="http://schemas.microsoft.com/office/powerpoint/2010/main" spd="med" advClick="1"/>
  <p:txStyles>
    <p:title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1pPr>
      <a:lvl2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2pPr>
      <a:lvl3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3pPr>
      <a:lvl4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4pPr>
      <a:lvl5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5pPr>
      <a:lvl6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6pPr>
      <a:lvl7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7pPr>
      <a:lvl8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8pPr>
      <a:lvl9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9pPr>
    </p:titleStyle>
    <p:bodyStyle>
      <a:lvl1pPr marL="635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70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905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540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175000" marR="0" indent="-635000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761151" marR="0" indent="-586152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396151" marR="0" indent="-586151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5031151" marR="0" indent="-586151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666151" marR="0" indent="-586151" algn="l" defTabSz="825500" rtl="0" latinLnBrk="0">
        <a:lnSpc>
          <a:spcPct val="100000"/>
        </a:lnSpc>
        <a:spcBef>
          <a:spcPts val="5900"/>
        </a:spcBef>
        <a:spcAft>
          <a:spcPts val="0"/>
        </a:spcAft>
        <a:buClrTx/>
        <a:buSzPct val="125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0" algn="ctr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文字方塊 3"/>
          <p:cNvSpPr txBox="1"/>
          <p:nvPr/>
        </p:nvSpPr>
        <p:spPr>
          <a:xfrm>
            <a:off x="1029948" y="349245"/>
            <a:ext cx="10666753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b="1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/>
            <a:r>
              <a:t>{REPORT_TITLE}</a:t>
            </a:r>
          </a:p>
        </p:txBody>
      </p:sp>
      <p:sp>
        <p:nvSpPr>
          <p:cNvPr id="155" name="矩形 20"/>
          <p:cNvSpPr/>
          <p:nvPr/>
        </p:nvSpPr>
        <p:spPr>
          <a:xfrm>
            <a:off x="12720917" y="901700"/>
            <a:ext cx="11252998" cy="12420600"/>
          </a:xfrm>
          <a:prstGeom prst="rect">
            <a:avLst/>
          </a:prstGeom>
          <a:ln w="127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56" name="文字方塊 21"/>
          <p:cNvSpPr txBox="1"/>
          <p:nvPr/>
        </p:nvSpPr>
        <p:spPr>
          <a:xfrm>
            <a:off x="12963286" y="1049734"/>
            <a:ext cx="1076826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sz="2000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/>
            <a:r>
              <a:t>Analysis:</a:t>
            </a:r>
          </a:p>
        </p:txBody>
      </p:sp>
      <p:graphicFrame>
        <p:nvGraphicFramePr>
          <p:cNvPr id="157" name="表格 4"/>
          <p:cNvGraphicFramePr/>
          <p:nvPr/>
        </p:nvGraphicFramePr>
        <p:xfrm>
          <a:off x="1060883" y="933372"/>
          <a:ext cx="11582273" cy="1060974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1" rtl="0">
                <a:tableStyleId>{4C3C2611-4C71-4FC5-86AE-919BDF0F9419}</a:tableStyleId>
              </a:tblPr>
              <a:tblGrid>
                <a:gridCol w="2707356"/>
                <a:gridCol w="4102016"/>
                <a:gridCol w="4772900"/>
              </a:tblGrid>
              <a:tr h="764540">
                <a:tc rowSpan="4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Meta Data元數據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檔案名：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{FILE_NAME}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iPad機型：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{IPAD_MODEL}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76454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Build：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{BUILD}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iPad機種：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{IPAD_TYPE}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76454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製程：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{PROCESS}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報告人：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{REPORTER}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764540">
                <a:tc vMerge="1"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關鍵字：</a:t>
                      </a:r>
                    </a:p>
                    <a:p>
                      <a:pPr algn="l">
                        <a:defRPr sz="12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defRPr>
                      </a:pPr>
                      <a:r>
                        <a:t>{KEYWORDS}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sym typeface="Helvetica Neue"/>
                        </a:defRPr>
                      </a:pP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0781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問題描述：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{ISSUE_DESCRIPTION}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207815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 問題分析：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{ISSUE_ANALYSIS}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70455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 根本原因：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{ROOT_CAUSE}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70455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 圍堵措施：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{CONTAINMENT}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  <a:tr h="172683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2400">
                          <a:latin typeface="Microsoft JhengHei"/>
                          <a:ea typeface="Microsoft JhengHei"/>
                          <a:cs typeface="Microsoft JhengHei"/>
                          <a:sym typeface="Microsoft JhengHei"/>
                        </a:rPr>
                        <a:t> 改善對策：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>
                          <a:sym typeface="Helvetica Neue"/>
                        </a:rPr>
                        <a:t>{CORRECTIVE}</a:t>
                      </a:r>
                    </a:p>
                  </a:txBody>
                  <a:tcPr marL="45720" marR="45720" marT="45720" marB="45720" anchor="t" anchorCtr="0" horzOverflow="overflow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参考资料"/>
          <p:cNvSpPr txBox="1"/>
          <p:nvPr/>
        </p:nvSpPr>
        <p:spPr>
          <a:xfrm>
            <a:off x="1661685" y="501623"/>
            <a:ext cx="1638301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参考资料</a:t>
            </a:r>
          </a:p>
        </p:txBody>
      </p:sp>
      <p:sp>
        <p:nvSpPr>
          <p:cNvPr id="160" name="{Related_text}"/>
          <p:cNvSpPr txBox="1"/>
          <p:nvPr/>
        </p:nvSpPr>
        <p:spPr>
          <a:xfrm>
            <a:off x="406400" y="7239000"/>
            <a:ext cx="9626600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{Related_text}</a:t>
            </a:r>
          </a:p>
        </p:txBody>
      </p:sp>
      <p:sp>
        <p:nvSpPr>
          <p:cNvPr id="161" name="RelatedText2"/>
          <p:cNvSpPr txBox="1"/>
          <p:nvPr/>
        </p:nvSpPr>
        <p:spPr>
          <a:xfrm>
            <a:off x="10782299" y="7239000"/>
            <a:ext cx="11785608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{Related_text_2}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参考资料"/>
          <p:cNvSpPr txBox="1"/>
          <p:nvPr/>
        </p:nvSpPr>
        <p:spPr>
          <a:xfrm>
            <a:off x="1661685" y="501623"/>
            <a:ext cx="1638301" cy="63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参考资料</a:t>
            </a:r>
          </a:p>
        </p:txBody>
      </p:sp>
      <p:sp>
        <p:nvSpPr>
          <p:cNvPr id="164" name="{Related_text}"/>
          <p:cNvSpPr txBox="1"/>
          <p:nvPr/>
        </p:nvSpPr>
        <p:spPr>
          <a:xfrm>
            <a:off x="406400" y="7239000"/>
            <a:ext cx="9626600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{Related_text_3}</a:t>
            </a:r>
          </a:p>
        </p:txBody>
      </p:sp>
      <p:sp>
        <p:nvSpPr>
          <p:cNvPr id="165" name="RelatedText2"/>
          <p:cNvSpPr txBox="1"/>
          <p:nvPr/>
        </p:nvSpPr>
        <p:spPr>
          <a:xfrm>
            <a:off x="10782299" y="7239000"/>
            <a:ext cx="11785608" cy="2794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l">
              <a:defRPr sz="1200"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r>
              <a:t>{Related_text_4}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0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