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 b="def" i="def"/>
      <a:tcStyle>
        <a:tcBdr/>
        <a:fill>
          <a:solidFill>
            <a:srgbClr val="FCE9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2" name="Body Level One…"/>
          <p:cNvSpPr txBox="1"/>
          <p:nvPr>
            <p:ph type="body" sz="half" idx="1" hasCustomPrompt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dy Level One…"/>
          <p:cNvSpPr txBox="1"/>
          <p:nvPr>
            <p:ph type="body" idx="1" hasCustomPrompt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0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預設簡報設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线条"/>
          <p:cNvSpPr/>
          <p:nvPr/>
        </p:nvSpPr>
        <p:spPr>
          <a:xfrm>
            <a:off x="593094" y="881059"/>
            <a:ext cx="23197812" cy="1"/>
          </a:xfrm>
          <a:prstGeom prst="line">
            <a:avLst/>
          </a:prstGeom>
          <a:ln w="12700">
            <a:solidFill>
              <a:srgbClr val="92929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" name="标题文本"/>
          <p:cNvSpPr txBox="1"/>
          <p:nvPr>
            <p:ph type="title" hasCustomPrompt="1"/>
          </p:nvPr>
        </p:nvSpPr>
        <p:spPr>
          <a:xfrm>
            <a:off x="616380" y="-655237"/>
            <a:ext cx="21225642" cy="2221044"/>
          </a:xfrm>
          <a:prstGeom prst="rect">
            <a:avLst/>
          </a:prstGeom>
        </p:spPr>
        <p:txBody>
          <a:bodyPr lIns="80642" tIns="80642" rIns="80642" bIns="80642"/>
          <a:lstStyle>
            <a:lvl1pPr marR="48894" indent="48894" algn="l" defTabSz="869950">
              <a:defRPr sz="56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5" name="Body Level One…"/>
          <p:cNvSpPr txBox="1"/>
          <p:nvPr>
            <p:ph type="body" idx="1" hasCustomPrompt="1"/>
          </p:nvPr>
        </p:nvSpPr>
        <p:spPr>
          <a:xfrm>
            <a:off x="2592142" y="2368879"/>
            <a:ext cx="19203079" cy="11347127"/>
          </a:xfrm>
          <a:prstGeom prst="rect">
            <a:avLst/>
          </a:prstGeom>
        </p:spPr>
        <p:txBody>
          <a:bodyPr lIns="80642" tIns="80642" rIns="80642" bIns="80642" anchor="t"/>
          <a:lstStyle>
            <a:lvl1pPr marL="82550" marR="48894" indent="-34289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82550" marR="48894" indent="48260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82550" marR="48894" indent="48260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82550" marR="48894" indent="48260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82550" marR="48894" indent="48260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xfrm>
            <a:off x="12085732" y="13162033"/>
            <a:ext cx="303363" cy="279401"/>
          </a:xfrm>
          <a:prstGeom prst="rect">
            <a:avLst/>
          </a:prstGeom>
        </p:spPr>
        <p:txBody>
          <a:bodyPr lIns="0" tIns="0" rIns="0" bIns="0" anchor="b"/>
          <a:lstStyle>
            <a:lvl1pPr defTabSz="584200">
              <a:defRPr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anchor="t"/>
          <a:lstStyle>
            <a:lvl1pPr marL="0" indent="0" defTabSz="701675">
              <a:spcBef>
                <a:spcPts val="0"/>
              </a:spcBef>
              <a:buSzTx/>
              <a:buNone/>
              <a:tabLst>
                <a:tab pos="711200" algn="l"/>
              </a:tabLst>
              <a:defRPr sz="3000" u="sng"/>
            </a:lvl1pPr>
            <a:lvl2pPr marL="1001346" indent="-366346" defTabSz="701675">
              <a:spcBef>
                <a:spcPts val="0"/>
              </a:spcBef>
              <a:tabLst>
                <a:tab pos="711200" algn="l"/>
              </a:tabLst>
              <a:defRPr sz="3000" u="sng"/>
            </a:lvl2pPr>
            <a:lvl3pPr marL="1636346" indent="-366346" defTabSz="701675">
              <a:spcBef>
                <a:spcPts val="0"/>
              </a:spcBef>
              <a:tabLst>
                <a:tab pos="711200" algn="l"/>
              </a:tabLst>
              <a:defRPr sz="3000" u="sng"/>
            </a:lvl3pPr>
            <a:lvl4pPr marL="2271346" indent="-366346" defTabSz="701675">
              <a:spcBef>
                <a:spcPts val="0"/>
              </a:spcBef>
              <a:tabLst>
                <a:tab pos="711200" algn="l"/>
              </a:tabLst>
              <a:defRPr sz="3000" u="sng"/>
            </a:lvl4pPr>
            <a:lvl5pPr marL="2906346" indent="-366346" defTabSz="701675">
              <a:spcBef>
                <a:spcPts val="0"/>
              </a:spcBef>
              <a:tabLst>
                <a:tab pos="711200" algn="l"/>
              </a:tabLst>
              <a:defRPr sz="3000" u="sng"/>
            </a:lvl5pPr>
          </a:lstStyle>
          <a:p>
            <a:pPr/>
            <a:r>
              <a:t>作者和日期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 algn="l" defTabSz="2438400">
              <a:lnSpc>
                <a:spcPct val="80000"/>
              </a:lnSpc>
              <a:defRPr b="1" spc="-232" sz="116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演示文稿标题</a:t>
            </a:r>
          </a:p>
        </p:txBody>
      </p:sp>
      <p:sp>
        <p:nvSpPr>
          <p:cNvPr id="75" name="正文级别 1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演示文稿副标题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xfrm>
            <a:off x="14630400" y="12712700"/>
            <a:ext cx="5689600" cy="736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"/>
          <p:cNvSpPr/>
          <p:nvPr/>
        </p:nvSpPr>
        <p:spPr>
          <a:xfrm>
            <a:off x="-95253" y="13392150"/>
            <a:ext cx="24517356" cy="4572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19150">
              <a:defRPr sz="4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4" name="Line"/>
          <p:cNvSpPr/>
          <p:nvPr/>
        </p:nvSpPr>
        <p:spPr>
          <a:xfrm>
            <a:off x="517055" y="1257299"/>
            <a:ext cx="23315960" cy="1"/>
          </a:xfrm>
          <a:prstGeom prst="line">
            <a:avLst/>
          </a:prstGeom>
          <a:ln w="3175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5" name="Table"/>
          <p:cNvGraphicFramePr/>
          <p:nvPr/>
        </p:nvGraphicFramePr>
        <p:xfrm>
          <a:off x="57148" y="13373100"/>
          <a:ext cx="35204828" cy="51296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734943"/>
                <a:gridCol w="11734943"/>
                <a:gridCol w="11734943"/>
              </a:tblGrid>
              <a:tr h="512963">
                <a:tc>
                  <a:txBody>
                    <a:bodyPr/>
                    <a:lstStyle/>
                    <a:p>
                      <a:pPr indent="457200">
                        <a:defRPr>
                          <a:sym typeface="Helvetica Neue Medium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2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2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6" name="标题文本"/>
          <p:cNvSpPr txBox="1"/>
          <p:nvPr>
            <p:ph type="title" hasCustomPrompt="1"/>
          </p:nvPr>
        </p:nvSpPr>
        <p:spPr>
          <a:xfrm>
            <a:off x="1066797" y="190498"/>
            <a:ext cx="22250406" cy="1066804"/>
          </a:xfrm>
          <a:prstGeom prst="rect">
            <a:avLst/>
          </a:prstGeom>
        </p:spPr>
        <p:txBody>
          <a:bodyPr lIns="76200" tIns="76200" rIns="76200" bIns="76200" anchor="t"/>
          <a:lstStyle>
            <a:lvl1pPr algn="l" defTabSz="819150">
              <a:defRPr sz="54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7" name="Body Level One…"/>
          <p:cNvSpPr txBox="1"/>
          <p:nvPr>
            <p:ph type="body" idx="1" hasCustomPrompt="1"/>
          </p:nvPr>
        </p:nvSpPr>
        <p:spPr>
          <a:xfrm>
            <a:off x="1066797" y="1543047"/>
            <a:ext cx="22250406" cy="11239505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819150">
              <a:lnSpc>
                <a:spcPct val="80000"/>
              </a:lnSpc>
              <a:spcBef>
                <a:spcPts val="1300"/>
              </a:spcBef>
              <a:buSzTx/>
              <a:buNone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666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047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428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809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xfrm>
            <a:off x="11469885" y="9605622"/>
            <a:ext cx="334569" cy="338481"/>
          </a:xfrm>
          <a:prstGeom prst="rect">
            <a:avLst/>
          </a:prstGeom>
        </p:spPr>
        <p:txBody>
          <a:bodyPr lIns="76200" tIns="76200" rIns="76200" bIns="76200" anchor="b"/>
          <a:lstStyle>
            <a:lvl1pPr defTabSz="819150">
              <a:defRPr sz="12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"/>
          <p:cNvSpPr/>
          <p:nvPr/>
        </p:nvSpPr>
        <p:spPr>
          <a:xfrm>
            <a:off x="-95250" y="13392150"/>
            <a:ext cx="24517350" cy="4572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19150">
              <a:defRPr sz="4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96" name="Line"/>
          <p:cNvSpPr/>
          <p:nvPr/>
        </p:nvSpPr>
        <p:spPr>
          <a:xfrm>
            <a:off x="517059" y="1257300"/>
            <a:ext cx="23315954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97" name="Table"/>
          <p:cNvGraphicFramePr/>
          <p:nvPr/>
        </p:nvGraphicFramePr>
        <p:xfrm>
          <a:off x="57150" y="13373100"/>
          <a:ext cx="24276050" cy="3536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2017"/>
                <a:gridCol w="8092017"/>
                <a:gridCol w="8092017"/>
              </a:tblGrid>
              <a:tr h="353625">
                <a:tc>
                  <a:txBody>
                    <a:bodyPr/>
                    <a:lstStyle/>
                    <a:p>
                      <a:pPr algn="l" defTabSz="1371600">
                        <a:tabLst>
                          <a:tab pos="1295400" algn="l"/>
                        </a:tabLst>
                        <a:defRPr sz="1800"/>
                      </a:pPr>
                      <a:r>
                        <a:rPr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11/8/2021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8" name="标题文本"/>
          <p:cNvSpPr txBox="1"/>
          <p:nvPr>
            <p:ph type="title" hasCustomPrompt="1"/>
          </p:nvPr>
        </p:nvSpPr>
        <p:spPr>
          <a:xfrm>
            <a:off x="1066800" y="190500"/>
            <a:ext cx="22250400" cy="1066800"/>
          </a:xfrm>
          <a:prstGeom prst="rect">
            <a:avLst/>
          </a:prstGeom>
        </p:spPr>
        <p:txBody>
          <a:bodyPr lIns="76200" tIns="76200" rIns="76200" bIns="76200" anchor="t"/>
          <a:lstStyle>
            <a:lvl1pPr algn="l" defTabSz="819150">
              <a:defRPr sz="54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9" name="Body Level One…"/>
          <p:cNvSpPr txBox="1"/>
          <p:nvPr>
            <p:ph type="body" idx="1" hasCustomPrompt="1"/>
          </p:nvPr>
        </p:nvSpPr>
        <p:spPr>
          <a:xfrm>
            <a:off x="1066800" y="1543050"/>
            <a:ext cx="22250400" cy="112395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819150">
              <a:lnSpc>
                <a:spcPct val="80000"/>
              </a:lnSpc>
              <a:spcBef>
                <a:spcPts val="1300"/>
              </a:spcBef>
              <a:buSzTx/>
              <a:buNone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666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047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428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809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12408261" y="13390957"/>
            <a:ext cx="362815" cy="363143"/>
          </a:xfrm>
          <a:prstGeom prst="rect">
            <a:avLst/>
          </a:prstGeom>
        </p:spPr>
        <p:txBody>
          <a:bodyPr lIns="76200" tIns="76200" rIns="76200" bIns="76200" anchor="b"/>
          <a:lstStyle>
            <a:lvl1pPr defTabSz="819150">
              <a:defRPr sz="14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"/>
          <p:cNvSpPr/>
          <p:nvPr/>
        </p:nvSpPr>
        <p:spPr>
          <a:xfrm>
            <a:off x="-88902" y="13398500"/>
            <a:ext cx="27076401" cy="4699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1238250"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</p:txBody>
      </p:sp>
      <p:sp>
        <p:nvSpPr>
          <p:cNvPr id="108" name="线条"/>
          <p:cNvSpPr/>
          <p:nvPr/>
        </p:nvSpPr>
        <p:spPr>
          <a:xfrm>
            <a:off x="517057" y="1244599"/>
            <a:ext cx="23315956" cy="1"/>
          </a:xfrm>
          <a:prstGeom prst="line">
            <a:avLst/>
          </a:prstGeom>
          <a:ln w="3175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9" name="Table 1-1"/>
          <p:cNvGraphicFramePr/>
          <p:nvPr/>
        </p:nvGraphicFramePr>
        <p:xfrm>
          <a:off x="76197" y="13347700"/>
          <a:ext cx="24291927" cy="3651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7309"/>
                <a:gridCol w="8097309"/>
                <a:gridCol w="8097309"/>
              </a:tblGrid>
              <a:tr h="365125">
                <a:tc>
                  <a:txBody>
                    <a:bodyPr/>
                    <a:lstStyle/>
                    <a:p>
                      <a:pPr indent="457200">
                        <a:defRPr>
                          <a:sym typeface="Helvetica Neue Medium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943100" algn="l"/>
                          <a:tab pos="15468600" algn="r"/>
                        </a:tabLst>
                        <a:defRPr sz="1800"/>
                      </a:pPr>
                      <a:r>
                        <a:rPr sz="1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943100" algn="l"/>
                          <a:tab pos="15468600" algn="r"/>
                        </a:tabLst>
                        <a:defRPr sz="1800"/>
                      </a:pPr>
                      <a:r>
                        <a:rPr sz="1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Manufacturing Design - Apple Confidential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0" name="Body Level One…"/>
          <p:cNvSpPr txBox="1"/>
          <p:nvPr>
            <p:ph type="body" sz="quarter" idx="1" hasCustomPrompt="1"/>
          </p:nvPr>
        </p:nvSpPr>
        <p:spPr>
          <a:xfrm>
            <a:off x="514941" y="292472"/>
            <a:ext cx="23320191" cy="932609"/>
          </a:xfrm>
          <a:prstGeom prst="rect">
            <a:avLst/>
          </a:prstGeom>
        </p:spPr>
        <p:txBody>
          <a:bodyPr/>
          <a:lstStyle>
            <a:lvl1pPr>
              <a:defRPr sz="5200"/>
            </a:lvl1pPr>
            <a:lvl2pPr>
              <a:defRPr sz="5200"/>
            </a:lvl2pPr>
            <a:lvl3pPr>
              <a:defRPr sz="5200"/>
            </a:lvl3pPr>
            <a:lvl4pPr>
              <a:defRPr sz="5200"/>
            </a:lvl4pPr>
            <a:lvl5pPr>
              <a:defRPr sz="5200"/>
            </a:lvl5pPr>
          </a:lstStyle>
          <a:p>
            <a:pPr/>
            <a:r>
              <a:t>NXX | Title Text: Subtitle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482710" y="13373100"/>
            <a:ext cx="283769" cy="28768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defTabSz="1238250">
              <a:defRPr sz="1200">
                <a:solidFill>
                  <a:srgbClr val="53585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"/>
          <p:cNvSpPr/>
          <p:nvPr/>
        </p:nvSpPr>
        <p:spPr>
          <a:xfrm>
            <a:off x="-95250" y="13392150"/>
            <a:ext cx="24517350" cy="4572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19150">
              <a:defRPr sz="4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9" name="Line"/>
          <p:cNvSpPr/>
          <p:nvPr/>
        </p:nvSpPr>
        <p:spPr>
          <a:xfrm>
            <a:off x="517059" y="1257300"/>
            <a:ext cx="23315954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20" name="Table"/>
          <p:cNvGraphicFramePr/>
          <p:nvPr/>
        </p:nvGraphicFramePr>
        <p:xfrm>
          <a:off x="57150" y="13373100"/>
          <a:ext cx="24276050" cy="3492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2017"/>
                <a:gridCol w="8092017"/>
                <a:gridCol w="8092017"/>
              </a:tblGrid>
              <a:tr h="349250">
                <a:tc>
                  <a:txBody>
                    <a:bodyPr/>
                    <a:lstStyle/>
                    <a:p>
                      <a:pPr algn="l" defTabSz="819150">
                        <a:defRPr sz="1800"/>
                      </a:pPr>
                      <a:r>
                        <a:rPr sz="1200">
                          <a:latin typeface="Helvetica Neue Light"/>
                          <a:ea typeface="Helvetica Neue Light"/>
                          <a:cs typeface="Helvetica Neue Light"/>
                        </a:rPr>
                        <a:t>11/8/2021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150">
                        <a:defRPr sz="1800"/>
                      </a:pPr>
                      <a:r>
                        <a:rPr sz="1200"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150">
                        <a:defRPr sz="1800"/>
                      </a:pPr>
                      <a:r>
                        <a:rPr sz="1200"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1" name="标题文本"/>
          <p:cNvSpPr txBox="1"/>
          <p:nvPr>
            <p:ph type="title" hasCustomPrompt="1"/>
          </p:nvPr>
        </p:nvSpPr>
        <p:spPr>
          <a:xfrm>
            <a:off x="1066800" y="190500"/>
            <a:ext cx="22250400" cy="1066800"/>
          </a:xfrm>
          <a:prstGeom prst="rect">
            <a:avLst/>
          </a:prstGeom>
        </p:spPr>
        <p:txBody>
          <a:bodyPr lIns="76200" tIns="76200" rIns="76200" bIns="76200" anchor="t"/>
          <a:lstStyle>
            <a:lvl1pPr algn="l" defTabSz="819150">
              <a:defRPr sz="54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2" name="Body Level One…"/>
          <p:cNvSpPr txBox="1"/>
          <p:nvPr>
            <p:ph type="body" idx="1" hasCustomPrompt="1"/>
          </p:nvPr>
        </p:nvSpPr>
        <p:spPr>
          <a:xfrm>
            <a:off x="1066800" y="1543050"/>
            <a:ext cx="22250400" cy="112395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819150">
              <a:lnSpc>
                <a:spcPct val="80000"/>
              </a:lnSpc>
              <a:spcBef>
                <a:spcPts val="1300"/>
              </a:spcBef>
              <a:buSzTx/>
              <a:buNone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666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047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428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809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3" name="Slide Number"/>
          <p:cNvSpPr txBox="1"/>
          <p:nvPr>
            <p:ph type="sldNum" sz="quarter" idx="2"/>
          </p:nvPr>
        </p:nvSpPr>
        <p:spPr>
          <a:xfrm>
            <a:off x="12408261" y="13390957"/>
            <a:ext cx="362815" cy="363143"/>
          </a:xfrm>
          <a:prstGeom prst="rect">
            <a:avLst/>
          </a:prstGeom>
        </p:spPr>
        <p:txBody>
          <a:bodyPr lIns="76200" tIns="76200" rIns="76200" bIns="76200" anchor="b"/>
          <a:lstStyle>
            <a:lvl1pPr defTabSz="819150">
              <a:defRPr sz="14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Apple Confidential–Internal Use Only"/>
          <p:cNvSpPr txBox="1"/>
          <p:nvPr/>
        </p:nvSpPr>
        <p:spPr>
          <a:xfrm>
            <a:off x="21130622" y="13373100"/>
            <a:ext cx="3136603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Apple Confidential–Internal Use Only</a:t>
            </a:r>
          </a:p>
        </p:txBody>
      </p:sp>
      <p:sp>
        <p:nvSpPr>
          <p:cNvPr id="131" name="Body Level One…"/>
          <p:cNvSpPr txBox="1"/>
          <p:nvPr>
            <p:ph type="body" sz="quarter" idx="1" hasCustomPrompt="1"/>
          </p:nvPr>
        </p:nvSpPr>
        <p:spPr>
          <a:xfrm>
            <a:off x="95095863" y="58293000"/>
            <a:ext cx="22072603" cy="10160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6800"/>
              </a:spcBef>
              <a:buSzTx/>
              <a:buNone/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marL="1367692" indent="-732692">
              <a:spcBef>
                <a:spcPts val="6800"/>
              </a:spcBef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marL="2002692" indent="-732692">
              <a:spcBef>
                <a:spcPts val="6800"/>
              </a:spcBef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marL="2637692" indent="-732692">
              <a:spcBef>
                <a:spcPts val="6800"/>
              </a:spcBef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marL="3272692" indent="-732692">
              <a:spcBef>
                <a:spcPts val="6800"/>
              </a:spcBef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pPr/>
            <a:r>
              <a:t>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2" name="文本"/>
          <p:cNvSpPr txBox="1"/>
          <p:nvPr>
            <p:ph type="body" sz="quarter" idx="21" hasCustomPrompt="1"/>
          </p:nvPr>
        </p:nvSpPr>
        <p:spPr>
          <a:xfrm>
            <a:off x="95097600" y="59423300"/>
            <a:ext cx="19291300" cy="2413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SzTx/>
              <a:buNone/>
              <a:defRPr spc="-100" sz="1600">
                <a:solidFill>
                  <a:srgbClr val="94A8B2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33" name="标题文本"/>
          <p:cNvSpPr txBox="1"/>
          <p:nvPr>
            <p:ph type="title" hasCustomPrompt="1"/>
          </p:nvPr>
        </p:nvSpPr>
        <p:spPr>
          <a:xfrm>
            <a:off x="1142999" y="10972800"/>
            <a:ext cx="22098002" cy="1384300"/>
          </a:xfrm>
          <a:prstGeom prst="rect">
            <a:avLst/>
          </a:prstGeom>
        </p:spPr>
        <p:txBody>
          <a:bodyPr/>
          <a:lstStyle>
            <a:lvl1pPr algn="l">
              <a:spcBef>
                <a:spcPts val="300"/>
              </a:spcBef>
              <a:defRPr spc="-72" sz="3600"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4" name="正文级别 1…"/>
          <p:cNvSpPr txBox="1"/>
          <p:nvPr>
            <p:ph type="body" idx="22" hasCustomPrompt="1"/>
          </p:nvPr>
        </p:nvSpPr>
        <p:spPr>
          <a:xfrm>
            <a:off x="1142998" y="2743200"/>
            <a:ext cx="22098004" cy="8229600"/>
          </a:xfrm>
          <a:prstGeom prst="rect">
            <a:avLst/>
          </a:prstGeom>
        </p:spPr>
        <p:txBody>
          <a:bodyPr/>
          <a:lstStyle>
            <a:lvl1pPr marL="0" indent="0" defTabSz="751205">
              <a:spcBef>
                <a:spcPts val="0"/>
              </a:spcBef>
              <a:buClr>
                <a:srgbClr val="FFFFFF">
                  <a:alpha val="0"/>
                </a:srgbClr>
              </a:buClr>
              <a:buSzPct val="25000"/>
              <a:defRPr b="1" spc="-182" sz="91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正文级别 1
正文级别 2
正文级别 3
正文级别 4
正文级别 5</a:t>
            </a:r>
          </a:p>
        </p:txBody>
      </p:sp>
      <p:pic>
        <p:nvPicPr>
          <p:cNvPr id="135" name="160927 Apple Logo Black JB.ai" descr="160927 Apple Logo Black JB.a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3462" y="877653"/>
            <a:ext cx="1320551" cy="1320550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lide Number"/>
          <p:cNvSpPr txBox="1"/>
          <p:nvPr>
            <p:ph type="sldNum" sz="quarter" idx="2"/>
          </p:nvPr>
        </p:nvSpPr>
        <p:spPr>
          <a:xfrm>
            <a:off x="23966213" y="13042900"/>
            <a:ext cx="326195" cy="330200"/>
          </a:xfrm>
          <a:prstGeom prst="rect">
            <a:avLst/>
          </a:prstGeom>
        </p:spPr>
        <p:txBody>
          <a:bodyPr/>
          <a:lstStyle>
            <a:lvl1pPr algn="r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pple Confidential–Internal Use Only"/>
          <p:cNvSpPr txBox="1"/>
          <p:nvPr/>
        </p:nvSpPr>
        <p:spPr>
          <a:xfrm>
            <a:off x="21130622" y="13373100"/>
            <a:ext cx="3136603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Apple Confidential–Internal Use Only</a:t>
            </a:r>
          </a:p>
        </p:txBody>
      </p:sp>
      <p:sp>
        <p:nvSpPr>
          <p:cNvPr id="144" name="reliability engineering"/>
          <p:cNvSpPr txBox="1"/>
          <p:nvPr/>
        </p:nvSpPr>
        <p:spPr>
          <a:xfrm>
            <a:off x="214165" y="13373100"/>
            <a:ext cx="1929130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l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reliability engineering</a:t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xfrm>
            <a:off x="23963834" y="13042900"/>
            <a:ext cx="326195" cy="330200"/>
          </a:xfrm>
          <a:prstGeom prst="rect">
            <a:avLst/>
          </a:prstGeom>
        </p:spPr>
        <p:txBody>
          <a:bodyPr/>
          <a:lstStyle>
            <a:lvl1pPr algn="r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 hasCustomPrompt="1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761153" marR="0" indent="-586153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396153" marR="0" indent="-586153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5031153" marR="0" indent="-586153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666153" marR="0" indent="-586153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文字方塊 3"/>
          <p:cNvSpPr txBox="1"/>
          <p:nvPr/>
        </p:nvSpPr>
        <p:spPr>
          <a:xfrm>
            <a:off x="1029949" y="349249"/>
            <a:ext cx="1066675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/>
            <a:r>
              <a:t>{REPORT_TITLE}</a:t>
            </a:r>
          </a:p>
        </p:txBody>
      </p:sp>
      <p:sp>
        <p:nvSpPr>
          <p:cNvPr id="155" name="矩形 20"/>
          <p:cNvSpPr/>
          <p:nvPr/>
        </p:nvSpPr>
        <p:spPr>
          <a:xfrm>
            <a:off x="12720917" y="901700"/>
            <a:ext cx="11252989" cy="1242060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56" name="文字方塊 21"/>
          <p:cNvSpPr txBox="1"/>
          <p:nvPr/>
        </p:nvSpPr>
        <p:spPr>
          <a:xfrm>
            <a:off x="12963287" y="1049734"/>
            <a:ext cx="1076824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2000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/>
            <a:r>
              <a:t>Analysis:</a:t>
            </a:r>
          </a:p>
        </p:txBody>
      </p:sp>
      <p:graphicFrame>
        <p:nvGraphicFramePr>
          <p:cNvPr id="157" name="表格 4"/>
          <p:cNvGraphicFramePr/>
          <p:nvPr/>
        </p:nvGraphicFramePr>
        <p:xfrm>
          <a:off x="1060883" y="933373"/>
          <a:ext cx="11594974" cy="1239535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707356"/>
                <a:gridCol w="4102016"/>
                <a:gridCol w="4772900"/>
              </a:tblGrid>
              <a:tr h="764540">
                <a:tc rowSpan="4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Meta Data元數據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檔案名：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{FILE_NAME}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iPad機型：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{IPAD_MODEL}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454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Build：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{BUILD}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iPad機種：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{IPAD_TYPE}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454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製程：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{PROCESS}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報告人：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{REPORTER}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454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關鍵字：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{KEYWORDS}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>
                        <a:defRPr>
                          <a:sym typeface="Helvetica Neue Medium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078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問題描述：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200">
                          <a:sym typeface="Helvetica Neue Medium"/>
                        </a:rPr>
                        <a:t>{ISSUE_DESCRIPTION}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  <a:tr h="12078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問題分析：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200">
                          <a:sym typeface="Helvetica Neue Medium"/>
                        </a:rPr>
                        <a:t>{ISSUE_ANALYSIS}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  <a:tr h="17045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根本原因：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200">
                          <a:sym typeface="Helvetica Neue Medium"/>
                        </a:rPr>
                        <a:t>{ROOT_CAUSE}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  <a:tr h="1704559">
                <a:tc>
                  <a:txBody>
                    <a:bodyPr/>
                    <a:lstStyle/>
                    <a:p>
                      <a:pPr algn="l">
                        <a:defRPr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 圍堵措施：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200">
                          <a:sym typeface="Helvetica Neue Medium"/>
                        </a:rPr>
                        <a:t>{CONTAINMENT}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  <a:tr h="17268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改善對策：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200">
                          <a:sym typeface="Helvetica Neue Medium"/>
                        </a:rPr>
                        <a:t>{CORRECTIVE}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