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sldIdLst>
    <p:sldId id="256" r:id="rId16"/>
    <p:sldId id="257" r:id="rId17"/>
    <p:sldId id="258" r:id="rId18"/>
    <p:sldId id="259" r:id="rId19"/>
  </p:sldIdLst>
  <p:sldSz cx="24384000" cy="13716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069C051-F1FD-4587-AA1C-B78BE828A07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CC54A2-9F27-406D-B7C6-EB71207AB0E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C9D14-9583-4E0E-A87B-220C4D18A9C9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D1BD43-0775-4075-8343-04B8716D572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838498-BE0B-462E-9696-FFF9E410EDA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CD16E-1DBF-455A-885F-274EA1EDE40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0DABC7A-D03A-46D0-BB3E-F1E7FE85640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D11A08-0674-4D98-922A-69D852ADA01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5010EDD-E8D3-40A4-83C0-112BB215EF2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910D427-813D-4D9D-B5E4-52F38A3E9D7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F57266-E796-467C-B3CE-7F60AE54297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12FD57D-4029-47CF-8FEE-E36A07071DDE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默认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825"/>
          </a:bodyPr>
          <a:p>
            <a:pPr indent="0">
              <a:spcBef>
                <a:spcPts val="1417"/>
              </a:spcBef>
              <a:buNone/>
            </a:pPr>
            <a:endParaRPr b="0" lang="en-US" sz="5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20C0C20-7E12-4C38-9EEA-D806D045244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89120" y="3149640"/>
            <a:ext cx="21005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6CA3FD81-E2A9-4DC6-9E35-7874F14E03BE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6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" name="Table"/>
          <p:cNvGraphicFramePr/>
          <p:nvPr/>
        </p:nvGraphicFramePr>
        <p:xfrm>
          <a:off x="57240" y="13373280"/>
          <a:ext cx="24275520" cy="35352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5352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2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6E0AE252-5528-4A0F-B2AB-34935C65AD8A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/>
          <p:nvPr/>
        </p:nvSpPr>
        <p:spPr>
          <a:xfrm>
            <a:off x="-88920" y="13398480"/>
            <a:ext cx="27075960" cy="4694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algn="ctr" defTabSz="12384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sp>
        <p:nvSpPr>
          <p:cNvPr id="14" name="线条"/>
          <p:cNvSpPr/>
          <p:nvPr/>
        </p:nvSpPr>
        <p:spPr>
          <a:xfrm>
            <a:off x="516960" y="12445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aphicFrame>
        <p:nvGraphicFramePr>
          <p:cNvPr id="15" name="Table 1-1"/>
          <p:cNvGraphicFramePr/>
          <p:nvPr/>
        </p:nvGraphicFramePr>
        <p:xfrm>
          <a:off x="76320" y="13347720"/>
          <a:ext cx="24291720" cy="365040"/>
        </p:xfrm>
        <a:graphic>
          <a:graphicData uri="http://schemas.openxmlformats.org/drawingml/2006/table">
            <a:tbl>
              <a:tblPr/>
              <a:tblGrid>
                <a:gridCol w="8097120"/>
                <a:gridCol w="8097120"/>
                <a:gridCol w="8097120"/>
              </a:tblGrid>
              <a:tr h="3650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1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Manufacturing Design - 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2880">
                      <a:noFill/>
                      <a:prstDash val="solid"/>
                    </a:lnL>
                    <a:lnR w="2880">
                      <a:noFill/>
                      <a:prstDash val="solid"/>
                    </a:lnR>
                    <a:lnT w="2880">
                      <a:noFill/>
                      <a:prstDash val="solid"/>
                    </a:lnT>
                    <a:lnB w="288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12482640" y="13373280"/>
            <a:ext cx="283320" cy="2872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lstStyle>
            <a:lvl1pPr indent="0" algn="ctr" defTabSz="1238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1238400">
              <a:lnSpc>
                <a:spcPct val="100000"/>
              </a:lnSpc>
              <a:buNone/>
              <a:tabLst>
                <a:tab algn="l" pos="0"/>
              </a:tabLst>
            </a:pPr>
            <a:fld id="{5BC35984-D4D8-4D5A-BB67-0C0BA7E2742B}" type="slidenum">
              <a:rPr b="0" lang="en-US" sz="1200" spc="-1" strike="noStrike">
                <a:solidFill>
                  <a:srgbClr val="53585f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14800" y="-3269880"/>
            <a:ext cx="233197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1238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NXX </a:t>
            </a:r>
            <a:r>
              <a:rPr b="0" lang="en-US" sz="5400" spc="-1" strike="noStrike">
                <a:solidFill>
                  <a:srgbClr val="444444"/>
                </a:solidFill>
                <a:latin typeface="Helvetica Neue UltraLight"/>
                <a:ea typeface="Helvetica Neue UltraLight"/>
              </a:rPr>
              <a:t>|</a:t>
            </a:r>
            <a:r>
              <a:rPr b="0" lang="en-US" sz="5400" spc="-1" strike="noStrike">
                <a:solidFill>
                  <a:srgbClr val="444444"/>
                </a:solidFill>
                <a:latin typeface="Helvetica Neue Light"/>
                <a:ea typeface="Helvetica Neue Light"/>
              </a:rPr>
              <a:t> </a:t>
            </a:r>
            <a:r>
              <a:rPr b="1" lang="en-US" sz="5400" spc="-1" strike="noStrike">
                <a:solidFill>
                  <a:srgbClr val="444444"/>
                </a:solidFill>
                <a:latin typeface="Helvetica Neue"/>
                <a:ea typeface="Helvetica Neue"/>
              </a:rPr>
              <a:t>Title Text:</a:t>
            </a:r>
            <a:r>
              <a:rPr b="0" lang="en-US" sz="5400" spc="-1" strike="noStrike">
                <a:solidFill>
                  <a:srgbClr val="929292"/>
                </a:solidFill>
                <a:latin typeface="Helvetica Neue Light"/>
                <a:ea typeface="Helvetica Neue Light"/>
              </a:rPr>
              <a:t> Subtitle Text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21" name="Line"/>
          <p:cNvSpPr/>
          <p:nvPr/>
        </p:nvSpPr>
        <p:spPr>
          <a:xfrm>
            <a:off x="516960" y="1257120"/>
            <a:ext cx="23315760" cy="360"/>
          </a:xfrm>
          <a:prstGeom prst="line">
            <a:avLst/>
          </a:prstGeom>
          <a:ln w="12700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22" name="Table"/>
          <p:cNvGraphicFramePr/>
          <p:nvPr/>
        </p:nvGraphicFramePr>
        <p:xfrm>
          <a:off x="57240" y="13373280"/>
          <a:ext cx="24275520" cy="349200"/>
        </p:xfrm>
        <a:graphic>
          <a:graphicData uri="http://schemas.openxmlformats.org/drawingml/2006/table">
            <a:tbl>
              <a:tblPr/>
              <a:tblGrid>
                <a:gridCol w="8091720"/>
                <a:gridCol w="8091720"/>
                <a:gridCol w="8091720"/>
              </a:tblGrid>
              <a:tr h="349200"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11/8/2021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defTabSz="8190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12408120" y="13390920"/>
            <a:ext cx="362520" cy="36288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461E5236-F59C-4518-A647-465B8CFBF11A}" type="slidenum">
              <a:rPr b="0" lang="en-US" sz="14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95095800" y="58293000"/>
            <a:ext cx="22072320" cy="8056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spcBef>
                <a:spcPts val="6800"/>
              </a:spcBef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94a8b2"/>
                </a:solidFill>
                <a:latin typeface="Arial"/>
                <a:ea typeface="Arial"/>
              </a:rPr>
              <a:t> </a:t>
            </a:r>
            <a:endParaRPr b="0" lang="en-US" sz="6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5097600" y="51708960"/>
            <a:ext cx="19290960" cy="79552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9" strike="noStrike">
                <a:solidFill>
                  <a:srgbClr val="94a8b2"/>
                </a:solidFill>
                <a:latin typeface="SF Hello Regular"/>
                <a:ea typeface="SF Hello Regular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title"/>
          </p:nvPr>
        </p:nvSpPr>
        <p:spPr>
          <a:xfrm>
            <a:off x="1143000" y="10972800"/>
            <a:ext cx="22097520" cy="13838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defTabSz="82548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zh-CN" sz="3600" spc="-72" strike="noStrike">
                <a:solidFill>
                  <a:srgbClr val="000000"/>
                </a:solidFill>
                <a:latin typeface="SF Hello Regular"/>
                <a:ea typeface="SF Hello Regular"/>
              </a:rPr>
              <a:t>标题文本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143000" y="2743200"/>
            <a:ext cx="22097520" cy="8229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defTabSz="825480">
              <a:lnSpc>
                <a:spcPct val="100000"/>
              </a:lnSpc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1" lang="zh-CN" sz="10000" spc="-202" strike="noStrike">
                <a:solidFill>
                  <a:srgbClr val="000000"/>
                </a:solidFill>
                <a:latin typeface="Arial"/>
                <a:ea typeface="Arial"/>
              </a:rPr>
              <a:t>正文级别 </a:t>
            </a:r>
            <a:r>
              <a:rPr b="1" lang="en-US" sz="10000" spc="-202" strike="noStrike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1" defTabSz="8254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10000" spc="-202" strike="noStrike">
                <a:solidFill>
                  <a:srgbClr val="000000"/>
                </a:solidFill>
                <a:latin typeface="SF Hello Regular"/>
                <a:ea typeface="SF Hello Regular"/>
              </a:rPr>
              <a:t>2</a:t>
            </a:r>
            <a:endParaRPr b="0" lang="en-US" sz="10000" spc="-1" strike="noStrike">
              <a:solidFill>
                <a:srgbClr val="000000"/>
              </a:solidFill>
              <a:latin typeface="Helvetica Neue"/>
            </a:endParaRPr>
          </a:p>
          <a:p>
            <a:pPr lvl="2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3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3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4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  <a:p>
            <a:pPr lvl="4" marL="76320" indent="-76320" defTabSz="825480"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SzPct val="25000"/>
              <a:buFont typeface="Symbol" charset="2"/>
              <a:buChar char=""/>
            </a:pPr>
            <a:r>
              <a:rPr b="0" lang="zh-CN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正文级别 </a:t>
            </a:r>
            <a:r>
              <a:rPr b="0" lang="en-US" sz="3200" spc="-66" strike="noStrike">
                <a:solidFill>
                  <a:srgbClr val="000000"/>
                </a:solidFill>
                <a:latin typeface="SF Hello Regular"/>
                <a:ea typeface="SF Hello Regular"/>
              </a:rPr>
              <a:t>5</a:t>
            </a:r>
            <a:endParaRPr b="0" lang="en-US" sz="3200" spc="-1" strike="noStrike">
              <a:solidFill>
                <a:srgbClr val="000000"/>
              </a:solidFill>
              <a:latin typeface="Helvetica Neue"/>
            </a:endParaRPr>
          </a:p>
        </p:txBody>
      </p:sp>
      <p:pic>
        <p:nvPicPr>
          <p:cNvPr id="33" name="160927 Apple Logo Black JB.ai" descr="160927 Apple Logo Black JB.ai"/>
          <p:cNvPicPr/>
          <p:nvPr/>
        </p:nvPicPr>
        <p:blipFill>
          <a:blip r:embed="rId2"/>
          <a:stretch/>
        </p:blipFill>
        <p:spPr>
          <a:xfrm>
            <a:off x="943560" y="877680"/>
            <a:ext cx="1320120" cy="1320120"/>
          </a:xfrm>
          <a:prstGeom prst="rect">
            <a:avLst/>
          </a:prstGeom>
          <a:ln w="12700">
            <a:noFill/>
          </a:ln>
        </p:spPr>
      </p:pic>
      <p:sp>
        <p:nvSpPr>
          <p:cNvPr id="34" name="PlaceHolder 5"/>
          <p:cNvSpPr>
            <a:spLocks noGrp="1"/>
          </p:cNvSpPr>
          <p:nvPr>
            <p:ph type="sldNum" idx="5"/>
          </p:nvPr>
        </p:nvSpPr>
        <p:spPr>
          <a:xfrm>
            <a:off x="2396628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EE567C-42B2-471D-A705-B8675F43910E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Apple Confidential–Internal Use Only"/>
          <p:cNvSpPr/>
          <p:nvPr/>
        </p:nvSpPr>
        <p:spPr>
          <a:xfrm>
            <a:off x="20952360" y="13373280"/>
            <a:ext cx="349272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b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Apple Confidential–Internal Use Only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liability engineering"/>
          <p:cNvSpPr/>
          <p:nvPr/>
        </p:nvSpPr>
        <p:spPr>
          <a:xfrm>
            <a:off x="214200" y="13373280"/>
            <a:ext cx="19290960" cy="2282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reliability engineering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sldNum" idx="6"/>
          </p:nvPr>
        </p:nvSpPr>
        <p:spPr>
          <a:xfrm>
            <a:off x="23963760" y="13042800"/>
            <a:ext cx="325800" cy="329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0660DB-C434-45E9-BE93-67B3059019D2}" type="slidenum">
              <a:rPr b="0" lang="en-US" sz="1500" spc="-1" strike="noStrike">
                <a:solidFill>
                  <a:srgbClr val="87939d"/>
                </a:solidFill>
                <a:latin typeface="SF Hello Regular"/>
                <a:ea typeface="SF Hello Regular"/>
              </a:rPr>
              <a:t>&lt;编号&gt;</a:t>
            </a:fld>
            <a:endParaRPr b="0" lang="en-US" sz="15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body"/>
          </p:nvPr>
        </p:nvSpPr>
        <p:spPr>
          <a:xfrm>
            <a:off x="10960200" y="3149640"/>
            <a:ext cx="13944240" cy="929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689120" y="355680"/>
            <a:ext cx="21005280" cy="22856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11200" spc="-1" strike="noStrike">
                <a:solidFill>
                  <a:srgbClr val="000000"/>
                </a:solidFill>
                <a:latin typeface="Helvetica Neue Medium"/>
                <a:ea typeface="Helvetica Neue Medium"/>
              </a:rPr>
              <a:t>标题文本</a:t>
            </a:r>
            <a:endParaRPr b="0" lang="en-US" sz="112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689120" y="3149640"/>
            <a:ext cx="10223280" cy="92959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5587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1" marL="11174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2" marL="167652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3" marL="223524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  <a:p>
            <a:pPr lvl="4" marL="2793960" indent="-558720" defTabSz="825480">
              <a:lnSpc>
                <a:spcPct val="100000"/>
              </a:lnSpc>
              <a:spcBef>
                <a:spcPts val="4501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3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3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7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AA5E21C7-C377-4843-99D3-5FBEF6C97847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1689120" y="1778040"/>
            <a:ext cx="21005280" cy="101595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Autofit/>
          </a:bodyPr>
          <a:p>
            <a:pPr marL="6350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1" marL="127008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2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2" marL="190512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3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3" marL="254016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4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lvl="4" marL="3174840" indent="-635040" defTabSz="825480">
              <a:lnSpc>
                <a:spcPct val="100000"/>
              </a:lnSpc>
              <a:spcBef>
                <a:spcPts val="5899"/>
              </a:spcBef>
              <a:buClr>
                <a:srgbClr val="000000"/>
              </a:buClr>
              <a:buSzPct val="125000"/>
              <a:buFont typeface="Symbol" charset="2"/>
              <a:buChar char=""/>
            </a:pPr>
            <a:r>
              <a:rPr b="0" lang="zh-CN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正文级别 </a:t>
            </a:r>
            <a:r>
              <a:rPr b="0" lang="en-US" sz="48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5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8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BC3D8396-598E-425F-83B8-CE4E02A16EF3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body"/>
          </p:nvPr>
        </p:nvSpPr>
        <p:spPr>
          <a:xfrm>
            <a:off x="15300360" y="7048440"/>
            <a:ext cx="8324640" cy="554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5760800" y="863640"/>
            <a:ext cx="7403760" cy="740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-990720" y="1130400"/>
            <a:ext cx="17201880" cy="11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9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179C5C10-1080-48E7-83BB-DDF771494D5F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body"/>
          </p:nvPr>
        </p:nvSpPr>
        <p:spPr>
          <a:xfrm>
            <a:off x="-50760" y="-1270080"/>
            <a:ext cx="24485400" cy="163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点击以编辑提纲文本格式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第二提纲级别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第三提纲级别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第四提纲级别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第五提纲级别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第六提纲级别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000" spc="-1" strike="noStrike">
                <a:solidFill>
                  <a:srgbClr val="000000"/>
                </a:solidFill>
                <a:latin typeface="Helvetica Neue"/>
              </a:rPr>
              <a:t>第七提纲级别</a:t>
            </a:r>
            <a:endParaRPr b="0" lang="en-US" sz="30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10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4EDC2412-DB30-4DAB-A671-06BB49177CC9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1"/>
          </p:nvPr>
        </p:nvSpPr>
        <p:spPr>
          <a:xfrm>
            <a:off x="11959200" y="13080960"/>
            <a:ext cx="452880" cy="4608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lstStyle>
            <a:lvl1pPr indent="0" algn="ctr" defTabSz="825480">
              <a:lnSpc>
                <a:spcPct val="100000"/>
              </a:lnSpc>
              <a:buNone/>
              <a:tabLst>
                <a:tab algn="l" pos="0"/>
              </a:tabLst>
              <a:def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25480">
              <a:lnSpc>
                <a:spcPct val="100000"/>
              </a:lnSpc>
              <a:buNone/>
              <a:tabLst>
                <a:tab algn="l" pos="0"/>
              </a:tabLst>
            </a:pPr>
            <a:fld id="{D80A7CD6-3C3B-4803-AB59-6F30A4D3C7D6}" type="slidenum">
              <a:rPr b="0" lang="en-US" sz="2400" spc="-1" strike="noStrike">
                <a:solidFill>
                  <a:srgbClr val="00000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线条"/>
          <p:cNvSpPr/>
          <p:nvPr/>
        </p:nvSpPr>
        <p:spPr>
          <a:xfrm>
            <a:off x="592920" y="880920"/>
            <a:ext cx="23197680" cy="0"/>
          </a:xfrm>
          <a:prstGeom prst="line">
            <a:avLst/>
          </a:prstGeom>
          <a:ln w="12700">
            <a:solidFill>
              <a:srgbClr val="92929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0" bIns="0" anchor="t">
            <a:noAutofit/>
          </a:bodyPr>
          <a:p>
            <a:endParaRPr b="0" lang="en-US" sz="4400" spc="-1" strike="noStrike">
              <a:solidFill>
                <a:srgbClr val="0096ff"/>
              </a:solidFill>
              <a:latin typeface="Helvetica Neue"/>
              <a:ea typeface="Helvetica Neue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16320" y="-655200"/>
            <a:ext cx="21225240" cy="2220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ctr">
            <a:noAutofit/>
          </a:bodyPr>
          <a:p>
            <a:pPr indent="0" defTabSz="8701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600" spc="-1" strike="noStrike">
                <a:solidFill>
                  <a:srgbClr val="929292"/>
                </a:solidFill>
                <a:latin typeface="Helvetica Neue"/>
                <a:ea typeface="Helvetica Neue"/>
              </a:rPr>
              <a:t>标题文本</a:t>
            </a:r>
            <a:endParaRPr b="0" lang="en-US" sz="5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2592000" y="2368800"/>
            <a:ext cx="19202760" cy="11346840"/>
          </a:xfrm>
          <a:prstGeom prst="rect">
            <a:avLst/>
          </a:prstGeom>
          <a:noFill/>
          <a:ln w="12600">
            <a:noFill/>
          </a:ln>
        </p:spPr>
        <p:txBody>
          <a:bodyPr lIns="80640" rIns="80640" tIns="80640" bIns="80640" anchor="t">
            <a:noAutofit/>
          </a:bodyPr>
          <a:p>
            <a:pPr marL="130680" indent="-824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zh-CN" sz="4800" spc="-1" strike="noStrike">
                <a:solidFill>
                  <a:srgbClr val="424242"/>
                </a:solidFill>
                <a:latin typeface="Arial"/>
                <a:ea typeface="Arial"/>
              </a:rPr>
              <a:t>正文级别 </a:t>
            </a:r>
            <a:r>
              <a:rPr b="0" lang="en-US" sz="4800" spc="-1" strike="noStrike">
                <a:solidFill>
                  <a:srgbClr val="424242"/>
                </a:solidFill>
                <a:latin typeface="Arial"/>
                <a:ea typeface="Arial"/>
              </a:rPr>
              <a:t>1</a:t>
            </a: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  <a:p>
            <a:pPr marL="130680" indent="48240" defTabSz="8701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2"/>
          </p:nvPr>
        </p:nvSpPr>
        <p:spPr>
          <a:xfrm>
            <a:off x="12085560" y="13161960"/>
            <a:ext cx="303120" cy="2790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b">
            <a:noAutofit/>
          </a:bodyPr>
          <a:lstStyle>
            <a:lvl1pPr indent="0" algn="ctr" defTabSz="584280">
              <a:lnSpc>
                <a:spcPct val="100000"/>
              </a:lnSpc>
              <a:buNone/>
              <a:tabLst>
                <a:tab algn="l" pos="0"/>
              </a:tabLst>
              <a:defRPr b="0" lang="en-US" sz="1800" spc="-1" strike="noStrike">
                <a:solidFill>
                  <a:srgbClr val="ffffff"/>
                </a:solidFill>
                <a:latin typeface="Verdana"/>
                <a:ea typeface="Verdana"/>
              </a:defRPr>
            </a:lvl1pPr>
          </a:lstStyle>
          <a:p>
            <a:pPr indent="0" algn="ctr" defTabSz="584280">
              <a:lnSpc>
                <a:spcPct val="100000"/>
              </a:lnSpc>
              <a:buNone/>
              <a:tabLst>
                <a:tab algn="l" pos="0"/>
              </a:tabLst>
            </a:pPr>
            <a:fld id="{2765AA8C-4858-4DF7-BAD7-256F7B9F3090}" type="slidenum">
              <a:rPr b="0" lang="en-US" sz="1800" spc="-1" strike="noStrike">
                <a:solidFill>
                  <a:srgbClr val="ffffff"/>
                </a:solidFill>
                <a:latin typeface="Verdana"/>
                <a:ea typeface="Verdana"/>
              </a:rPr>
              <a:t>&lt;编号&gt;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1201320" y="11859840"/>
            <a:ext cx="21970800" cy="6364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720" bIns="45720" anchor="t">
            <a:noAutofit/>
          </a:bodyPr>
          <a:p>
            <a:pPr indent="0" defTabSz="70164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060" spc="-1" strike="noStrike" u="sng">
                <a:solidFill>
                  <a:srgbClr val="000000"/>
                </a:solidFill>
                <a:uFillTx/>
                <a:latin typeface="Helvetica Neue"/>
                <a:ea typeface="Helvetica Neue"/>
              </a:rPr>
              <a:t>作者和日期</a:t>
            </a:r>
            <a:endParaRPr b="0" lang="en-US" sz="306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800" cy="46479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zh-CN" sz="11600" spc="-233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演示文稿标题</a:t>
            </a:r>
            <a:endParaRPr b="0" lang="en-US" sz="11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201320" y="7223040"/>
            <a:ext cx="21970800" cy="190476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zh-CN" sz="5500" spc="-1" strike="noStrike">
                <a:solidFill>
                  <a:srgbClr val="000000"/>
                </a:solidFill>
                <a:latin typeface="Helvetica Neue"/>
                <a:ea typeface="Helvetica Neue"/>
              </a:rPr>
              <a:t>演示文稿副标题</a:t>
            </a: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5500" spc="-1" strike="noStrike">
              <a:solidFill>
                <a:srgbClr val="000000"/>
              </a:solidFill>
              <a:latin typeface="Helvetica Neue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"/>
          <p:cNvSpPr/>
          <p:nvPr/>
        </p:nvSpPr>
        <p:spPr>
          <a:xfrm>
            <a:off x="-95400" y="13392000"/>
            <a:ext cx="24517080" cy="456840"/>
          </a:xfrm>
          <a:prstGeom prst="rect">
            <a:avLst/>
          </a:prstGeom>
          <a:solidFill>
            <a:srgbClr val="d6d6d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76320" bIns="76320" anchor="ctr">
            <a:noAutofit/>
          </a:bodyPr>
          <a:p>
            <a:pPr algn="ctr" defTabSz="819000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Gill Sans"/>
              <a:ea typeface="Gill Sans"/>
            </a:endParaRPr>
          </a:p>
        </p:txBody>
      </p:sp>
      <p:sp>
        <p:nvSpPr>
          <p:cNvPr id="77" name="Line"/>
          <p:cNvSpPr/>
          <p:nvPr/>
        </p:nvSpPr>
        <p:spPr>
          <a:xfrm>
            <a:off x="516960" y="1257120"/>
            <a:ext cx="23315760" cy="0"/>
          </a:xfrm>
          <a:prstGeom prst="line">
            <a:avLst/>
          </a:prstGeom>
          <a:ln w="3175">
            <a:solidFill>
              <a:srgbClr val="92929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0" rIns="68400" tIns="0" bIns="0" anchor="t">
            <a:noAutofit/>
          </a:bodyPr>
          <a:p>
            <a:endParaRPr b="0" lang="en-US" sz="3000" spc="-1" strike="noStrike">
              <a:solidFill>
                <a:srgbClr val="000000"/>
              </a:solidFill>
              <a:latin typeface="Helvetica Neue Light"/>
              <a:ea typeface="Helvetica Neue Light"/>
            </a:endParaRPr>
          </a:p>
        </p:txBody>
      </p:sp>
      <p:graphicFrame>
        <p:nvGraphicFramePr>
          <p:cNvPr id="78" name="Table"/>
          <p:cNvGraphicFramePr/>
          <p:nvPr/>
        </p:nvGraphicFramePr>
        <p:xfrm>
          <a:off x="57240" y="13373280"/>
          <a:ext cx="35204400" cy="512640"/>
        </p:xfrm>
        <a:graphic>
          <a:graphicData uri="http://schemas.openxmlformats.org/drawingml/2006/table">
            <a:tbl>
              <a:tblPr/>
              <a:tblGrid>
                <a:gridCol w="11734920"/>
                <a:gridCol w="11734920"/>
                <a:gridCol w="11734920"/>
              </a:tblGrid>
              <a:tr h="512640"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en-US" sz="2200" spc="-1" strike="noStrike">
                        <a:solidFill>
                          <a:srgbClr val="606060"/>
                        </a:solidFill>
                        <a:latin typeface="Helvetica Neue Light"/>
                        <a:ea typeface="Helvetica Neue Light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Page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r" defTabSz="13716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200" spc="-1" strike="noStrike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</a:rPr>
                        <a:t>Apple Confidential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0760" marR="5076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66680" y="190440"/>
            <a:ext cx="22250160" cy="106632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t">
            <a:noAutofit/>
          </a:bodyPr>
          <a:p>
            <a:pPr indent="0" defTabSz="819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54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标题文本</a:t>
            </a:r>
            <a:endParaRPr b="0" lang="en-US" sz="54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1066680" y="1542960"/>
            <a:ext cx="22250160" cy="112392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p>
            <a:pPr indent="0" defTabSz="819000">
              <a:lnSpc>
                <a:spcPct val="80000"/>
              </a:lnSpc>
              <a:spcBef>
                <a:spcPts val="1301"/>
              </a:spcBef>
              <a:buNone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1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1" marL="666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2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2" marL="104760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3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3" marL="142884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4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  <a:p>
            <a:pPr lvl="4" marL="1809720" indent="-285840" defTabSz="819000">
              <a:lnSpc>
                <a:spcPct val="80000"/>
              </a:lnSpc>
              <a:spcBef>
                <a:spcPts val="1301"/>
              </a:spcBef>
              <a:buClr>
                <a:srgbClr val="0096ff"/>
              </a:buClr>
              <a:buSzPct val="75000"/>
              <a:buFont typeface="OpenSymbol"/>
              <a:buChar char="-"/>
              <a:tabLst>
                <a:tab algn="l" pos="0"/>
              </a:tabLst>
            </a:pPr>
            <a:r>
              <a:rPr b="0" lang="zh-CN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正文级别 </a:t>
            </a:r>
            <a:r>
              <a:rPr b="0" lang="en-US" sz="3600" spc="-1" strike="noStrike">
                <a:solidFill>
                  <a:srgbClr val="0096ff"/>
                </a:solidFill>
                <a:latin typeface="Helvetica Neue Light"/>
                <a:ea typeface="Helvetica Neue Light"/>
              </a:rPr>
              <a:t>5</a:t>
            </a:r>
            <a:endParaRPr b="0" lang="en-US" sz="3600" spc="-1" strike="noStrike">
              <a:solidFill>
                <a:srgbClr val="000000"/>
              </a:solidFill>
              <a:latin typeface="Helvetica Neue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3"/>
          </p:nvPr>
        </p:nvSpPr>
        <p:spPr>
          <a:xfrm>
            <a:off x="11469960" y="9605520"/>
            <a:ext cx="334080" cy="338040"/>
          </a:xfrm>
          <a:prstGeom prst="rect">
            <a:avLst/>
          </a:prstGeom>
          <a:noFill/>
          <a:ln w="12600">
            <a:noFill/>
          </a:ln>
        </p:spPr>
        <p:txBody>
          <a:bodyPr lIns="76320" rIns="76320" tIns="76320" bIns="76320" anchor="b">
            <a:noAutofit/>
          </a:bodyPr>
          <a:lstStyle>
            <a:lvl1pPr indent="0" algn="ctr" defTabSz="8190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defRPr>
            </a:lvl1pPr>
          </a:lstStyle>
          <a:p>
            <a:pPr indent="0" algn="ctr" defTabSz="819000">
              <a:lnSpc>
                <a:spcPct val="100000"/>
              </a:lnSpc>
              <a:buNone/>
              <a:tabLst>
                <a:tab algn="l" pos="0"/>
              </a:tabLst>
            </a:pPr>
            <a:fld id="{FB937077-C6C8-4AD0-8AEE-D8F2DDD74A56}" type="slidenum">
              <a:rPr b="0" lang="en-US" sz="1200" spc="-1" strike="noStrike">
                <a:solidFill>
                  <a:srgbClr val="606060"/>
                </a:solidFill>
                <a:latin typeface="Helvetica Neue Light"/>
                <a:ea typeface="Helvetica Neue Light"/>
              </a:rPr>
              <a:t>&lt;编号&gt;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2"/>
          <p:cNvSpPr/>
          <p:nvPr/>
        </p:nvSpPr>
        <p:spPr>
          <a:xfrm>
            <a:off x="399960" y="914400"/>
            <a:ext cx="1211544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85" name="文字方塊 3"/>
          <p:cNvSpPr/>
          <p:nvPr/>
        </p:nvSpPr>
        <p:spPr>
          <a:xfrm>
            <a:off x="399960" y="3495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J51x  EVT HSG Discoloration FACA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6" name="直線接點 7"/>
          <p:cNvCxnSpPr/>
          <p:nvPr/>
        </p:nvCxnSpPr>
        <p:spPr>
          <a:xfrm>
            <a:off x="1352520" y="457200"/>
            <a:ext cx="360" cy="324000"/>
          </a:xfrm>
          <a:prstGeom prst="straightConnector1">
            <a:avLst/>
          </a:prstGeom>
          <a:ln w="38100">
            <a:solidFill>
              <a:srgbClr val="ffffff">
                <a:lumMod val="50000"/>
              </a:srgbClr>
            </a:solidFill>
            <a:miter/>
          </a:ln>
        </p:spPr>
      </p:cxnSp>
      <p:sp>
        <p:nvSpPr>
          <p:cNvPr id="87" name="文字方塊 10"/>
          <p:cNvSpPr/>
          <p:nvPr/>
        </p:nvSpPr>
        <p:spPr>
          <a:xfrm>
            <a:off x="636840" y="13590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Problem Statement: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problem}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8" name="直線接點 12"/>
          <p:cNvCxnSpPr/>
          <p:nvPr/>
        </p:nvCxnSpPr>
        <p:spPr>
          <a:xfrm>
            <a:off x="399960" y="25797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89" name="文字方塊 13"/>
          <p:cNvSpPr/>
          <p:nvPr/>
        </p:nvSpPr>
        <p:spPr>
          <a:xfrm>
            <a:off x="636840" y="29372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Containment: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list of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直線接點 14"/>
          <p:cNvCxnSpPr/>
          <p:nvPr/>
        </p:nvCxnSpPr>
        <p:spPr>
          <a:xfrm>
            <a:off x="399960" y="435960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1" name="文字方塊 15"/>
          <p:cNvSpPr/>
          <p:nvPr/>
        </p:nvSpPr>
        <p:spPr>
          <a:xfrm>
            <a:off x="636840" y="47606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Failure 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failure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2" name="直線接點 16"/>
          <p:cNvCxnSpPr/>
          <p:nvPr/>
        </p:nvCxnSpPr>
        <p:spPr>
          <a:xfrm>
            <a:off x="399960" y="62211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3" name="文字方塊 17"/>
          <p:cNvSpPr/>
          <p:nvPr/>
        </p:nvSpPr>
        <p:spPr>
          <a:xfrm>
            <a:off x="636840" y="6746040"/>
            <a:ext cx="11642040" cy="1930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Cause: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Escape: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escape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escape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4" name="直線接點 18"/>
          <p:cNvCxnSpPr/>
          <p:nvPr/>
        </p:nvCxnSpPr>
        <p:spPr>
          <a:xfrm>
            <a:off x="399960" y="1023768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95" name="文字方塊 19"/>
          <p:cNvSpPr/>
          <p:nvPr/>
        </p:nvSpPr>
        <p:spPr>
          <a:xfrm>
            <a:off x="636840" y="108072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Corrective Actions &amp; Closure: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list of corrective actions}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矩形 20"/>
          <p:cNvSpPr/>
          <p:nvPr/>
        </p:nvSpPr>
        <p:spPr>
          <a:xfrm>
            <a:off x="12720960" y="914400"/>
            <a:ext cx="1125252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97" name="文字方塊 21"/>
          <p:cNvSpPr/>
          <p:nvPr/>
        </p:nvSpPr>
        <p:spPr>
          <a:xfrm>
            <a:off x="12963240" y="897480"/>
            <a:ext cx="1076796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FACA 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模板一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2"/>
          <p:cNvSpPr/>
          <p:nvPr/>
        </p:nvSpPr>
        <p:spPr>
          <a:xfrm>
            <a:off x="399960" y="914400"/>
            <a:ext cx="1211544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00" name="文字方塊 3"/>
          <p:cNvSpPr/>
          <p:nvPr/>
        </p:nvSpPr>
        <p:spPr>
          <a:xfrm>
            <a:off x="399960" y="3495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J83x  EVT HSG Insert peel off FACA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1" name="直線接點 7"/>
          <p:cNvCxnSpPr/>
          <p:nvPr/>
        </p:nvCxnSpPr>
        <p:spPr>
          <a:xfrm>
            <a:off x="1352520" y="457200"/>
            <a:ext cx="360" cy="324000"/>
          </a:xfrm>
          <a:prstGeom prst="straightConnector1">
            <a:avLst/>
          </a:prstGeom>
          <a:ln w="38100">
            <a:solidFill>
              <a:srgbClr val="ffffff">
                <a:lumMod val="50000"/>
              </a:srgbClr>
            </a:solidFill>
            <a:miter/>
          </a:ln>
        </p:spPr>
      </p:cxnSp>
      <p:sp>
        <p:nvSpPr>
          <p:cNvPr id="102" name="文字方塊 10"/>
          <p:cNvSpPr/>
          <p:nvPr/>
        </p:nvSpPr>
        <p:spPr>
          <a:xfrm>
            <a:off x="636840" y="13590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Problem Description: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problem}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3" name="直線接點 12"/>
          <p:cNvCxnSpPr/>
          <p:nvPr/>
        </p:nvCxnSpPr>
        <p:spPr>
          <a:xfrm>
            <a:off x="399960" y="257976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104" name="文字方塊 13"/>
          <p:cNvSpPr/>
          <p:nvPr/>
        </p:nvSpPr>
        <p:spPr>
          <a:xfrm>
            <a:off x="636840" y="293724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analysis}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5" name="直線接點 14"/>
          <p:cNvCxnSpPr/>
          <p:nvPr/>
        </p:nvCxnSpPr>
        <p:spPr>
          <a:xfrm>
            <a:off x="399960" y="605772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106" name="文字方塊 15"/>
          <p:cNvSpPr/>
          <p:nvPr/>
        </p:nvSpPr>
        <p:spPr>
          <a:xfrm>
            <a:off x="636840" y="654048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Root Cause 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causes}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" name="直線接點 16"/>
          <p:cNvCxnSpPr/>
          <p:nvPr/>
        </p:nvCxnSpPr>
        <p:spPr>
          <a:xfrm>
            <a:off x="399960" y="811512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108" name="文字方塊 17"/>
          <p:cNvSpPr/>
          <p:nvPr/>
        </p:nvSpPr>
        <p:spPr>
          <a:xfrm>
            <a:off x="636840" y="8607600"/>
            <a:ext cx="11642040" cy="10155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Containment: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predicted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{user input containment}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" name="直線接點 18"/>
          <p:cNvCxnSpPr/>
          <p:nvPr/>
        </p:nvCxnSpPr>
        <p:spPr>
          <a:xfrm>
            <a:off x="399960" y="10237680"/>
            <a:ext cx="12116160" cy="360"/>
          </a:xfrm>
          <a:prstGeom prst="straightConnector1">
            <a:avLst/>
          </a:prstGeom>
          <a:ln w="12700">
            <a:solidFill>
              <a:srgbClr val="d5d5d5">
                <a:lumMod val="75000"/>
              </a:srgbClr>
            </a:solidFill>
            <a:prstDash val="dash"/>
            <a:miter/>
          </a:ln>
        </p:spPr>
      </p:cxnSp>
      <p:sp>
        <p:nvSpPr>
          <p:cNvPr id="110" name="文字方塊 19"/>
          <p:cNvSpPr/>
          <p:nvPr/>
        </p:nvSpPr>
        <p:spPr>
          <a:xfrm>
            <a:off x="636840" y="10807200"/>
            <a:ext cx="11642040" cy="710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Corrective Actions: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82548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{Fill in list of corrective actions}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矩形 20"/>
          <p:cNvSpPr/>
          <p:nvPr/>
        </p:nvSpPr>
        <p:spPr>
          <a:xfrm>
            <a:off x="12720960" y="914400"/>
            <a:ext cx="11252520" cy="12420360"/>
          </a:xfrm>
          <a:prstGeom prst="rect">
            <a:avLst/>
          </a:prstGeom>
          <a:noFill/>
          <a:ln w="12700">
            <a:solidFill>
              <a:srgbClr val="ffffff">
                <a:lumMod val="6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0" rIns="0" tIns="0" bIns="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solidFill>
                <a:srgbClr val="ffffff"/>
              </a:solidFill>
              <a:latin typeface="Helvetica Neue Medium"/>
              <a:ea typeface="Helvetica Neue Medium"/>
            </a:endParaRPr>
          </a:p>
        </p:txBody>
      </p:sp>
      <p:sp>
        <p:nvSpPr>
          <p:cNvPr id="112" name="文字方塊 21"/>
          <p:cNvSpPr/>
          <p:nvPr/>
        </p:nvSpPr>
        <p:spPr>
          <a:xfrm>
            <a:off x="12963240" y="1049760"/>
            <a:ext cx="10767960" cy="4057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Analysis: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FACA 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模板二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文字方塊 3"/>
          <p:cNvSpPr/>
          <p:nvPr/>
        </p:nvSpPr>
        <p:spPr>
          <a:xfrm>
            <a:off x="6507000" y="4323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5C Report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5C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6" name="表格 5"/>
          <p:cNvGraphicFramePr/>
          <p:nvPr/>
        </p:nvGraphicFramePr>
        <p:xfrm>
          <a:off x="4064040" y="1439280"/>
          <a:ext cx="16255800" cy="11212200"/>
        </p:xfrm>
        <a:graphic>
          <a:graphicData uri="http://schemas.openxmlformats.org/drawingml/2006/table">
            <a:tbl>
              <a:tblPr/>
              <a:tblGrid>
                <a:gridCol w="3799800"/>
                <a:gridCol w="7037280"/>
                <a:gridCol w="5418360"/>
              </a:tblGrid>
              <a:tr h="895320">
                <a:tc rowSpan="3">
                  <a:txBody>
                    <a:bodyPr anchor="ctr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Characterize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Radar#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（雷達號）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 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radar}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Issue Title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（報告主題）：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issue title}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95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Date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（日期）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 {user input date}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Description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（問題描述）：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description}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95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Champion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（相關團隊成員）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champion}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95320">
                <a:tc>
                  <a:txBody>
                    <a:bodyPr anchor="ctr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Contain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Containment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（圍堵措施）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predicted containment}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containment}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97000">
                <a:tc rowSpan="2">
                  <a:txBody>
                    <a:bodyPr anchor="ctr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Cause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Root Cause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（根本原因）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predicted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632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Escape Cause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（不良流出原因）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predicted escape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escape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0160">
                <a:tc rowSpan="2">
                  <a:txBody>
                    <a:bodyPr anchor="ctr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Corrective Action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Corrective Action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（改善措施）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list of corrective actions}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464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Preventive Action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（預防措施）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list of preventive actions}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30120">
                <a:tc rowSpan="2">
                  <a:txBody>
                    <a:bodyPr anchor="ctr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Closure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Verification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（品質確認）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: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verification}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1328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Review Results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（效果追蹤）：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results}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文字方塊 3"/>
          <p:cNvSpPr/>
          <p:nvPr/>
        </p:nvSpPr>
        <p:spPr>
          <a:xfrm>
            <a:off x="6507000" y="432360"/>
            <a:ext cx="11296440" cy="5580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8D Report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文字方塊 22"/>
          <p:cNvSpPr/>
          <p:nvPr/>
        </p:nvSpPr>
        <p:spPr>
          <a:xfrm>
            <a:off x="20231280" y="219600"/>
            <a:ext cx="3742200" cy="558000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38160" horzOverflow="overflow" lIns="50760" rIns="50760" tIns="50760" bIns="50760" anchor="ctr">
            <a:spAutoFit/>
          </a:bodyPr>
          <a:p>
            <a:pPr algn="ctr" defTabSz="82548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8D</a:t>
            </a:r>
            <a:r>
              <a:rPr b="1" lang="zh-CN" sz="3000" spc="-1" strike="noStrike">
                <a:solidFill>
                  <a:srgbClr val="000000"/>
                </a:solidFill>
                <a:latin typeface="微軟正黑體"/>
                <a:ea typeface="微軟正黑體"/>
              </a:rPr>
              <a:t>模板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9" name="表格 2"/>
          <p:cNvGraphicFramePr/>
          <p:nvPr/>
        </p:nvGraphicFramePr>
        <p:xfrm>
          <a:off x="4064040" y="1439280"/>
          <a:ext cx="16255800" cy="10186920"/>
        </p:xfrm>
        <a:graphic>
          <a:graphicData uri="http://schemas.openxmlformats.org/drawingml/2006/table">
            <a:tbl>
              <a:tblPr/>
              <a:tblGrid>
                <a:gridCol w="16255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D1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Establish the Team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establish the team}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D2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Describe the Problem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description}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D3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Containment Actions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predicted containment}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containment}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D4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Root Cause Analysis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predicted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causes}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D5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Corrective Actions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list of corrective actions}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D6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Preventive Actions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list of preventive actions}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D7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Effectiveness Verification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{Fill in verification}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D8</a:t>
                      </a:r>
                      <a:r>
                        <a:rPr b="0" lang="zh-CN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：</a:t>
                      </a: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Congratulate the Team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chemeClr val="dk1"/>
                          </a:solidFill>
                          <a:latin typeface="微軟正黑體"/>
                          <a:ea typeface="微軟正黑體"/>
                        </a:rPr>
                        <a:t>{user input congratulate}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8254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 pitchFamily="0" charset="1"/>
        <a:ea typeface="Helvetica Neue Medium" pitchFamily="0" charset="1"/>
        <a:cs typeface="Helvetica Neue Medium" pitchFamily="0" charset="1"/>
      </a:majorFont>
      <a:minorFont>
        <a:latin typeface="Helvetica Neue Medium" pitchFamily="0" charset="1"/>
        <a:ea typeface="Helvetica Neue Medium" pitchFamily="0" charset="1"/>
        <a:cs typeface="Helvetica Neue Medium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26651</TotalTime>
  <Application>PPT_Plus/1.0.0.0$Windows_X86_64 LibreOffice_project/</Application>
  <AppVersion>15.0000</AppVersion>
  <Words>450</Words>
  <Paragraphs>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2023-05-08T00:43:29Z</dcterms:created>
  <dc:creator>夏俊明Jamy</dc:creator>
  <dc:description/>
  <dc:language>zh-CN</dc:language>
  <cp:lastModifiedBy/>
  <dcterms:modified xsi:type="dcterms:W3CDTF">2026-05-08T09:44:32Z</dcterms:modified>
  <cp:revision>1007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1233FC2158BDED7B27DE41642CCEB39E_42</vt:lpwstr>
  </property>
  <property fmtid="{D5CDD505-2E9C-101B-9397-08002B2CF9AE}" pid="3" name="KSOProductBuildVer">
    <vt:lpwstr>2052-5.2.1.7798</vt:lpwstr>
  </property>
  <property fmtid="{D5CDD505-2E9C-101B-9397-08002B2CF9AE}" pid="4" name="Notes">
    <vt:i4>4</vt:i4>
  </property>
  <property fmtid="{D5CDD505-2E9C-101B-9397-08002B2CF9AE}" pid="5" name="PresentationFormat">
    <vt:lpwstr>Custom</vt:lpwstr>
  </property>
  <property fmtid="{D5CDD505-2E9C-101B-9397-08002B2CF9AE}" pid="6" name="Slides">
    <vt:i4>4</vt:i4>
  </property>
</Properties>
</file>