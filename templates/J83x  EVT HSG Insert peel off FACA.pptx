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media/image1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</p:sldMasterIdLst>
  <p:sldIdLst>
    <p:sldId id="256" r:id="rId16"/>
  </p:sldIdLst>
  <p:sldSz cx="24384000" cy="13716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" Target="slides/slide1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920E8E0-D147-4B42-AD58-B374EC013CB3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s (Categori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75D50A7-57B4-402A-A6BF-A7400A42606C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90676E-7652-4771-85C3-46A2C9BD8722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40A0E9A-7508-49C7-8A89-C7F116EDC7BD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411669F-0E5F-4D11-82FB-884DC7F742C0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10469D-9564-4DDF-A5D9-2101F1EF843C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F06EC90C-E92D-4D73-9824-AE3C7AFFB13C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0A1C2C7-F8A2-4D35-B40C-20D46E0F65EF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EDA88A7-74FB-4A53-9CCC-176CFE5CA9CC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4BC9B60-0BAC-4AC4-9C47-1FD387FD5BA5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默认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910DBFC-FE68-438B-A6EE-41476710AC95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預設簡報設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97E3D9C-283E-42BF-98B1-D3B8907ECA03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默认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15B70777-375A-497B-AEB1-F811EFF459A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89120" y="355680"/>
            <a:ext cx="21005280" cy="22856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标题文本</a:t>
            </a:r>
            <a:endParaRPr b="0" lang="en-US" sz="11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89120" y="3149640"/>
            <a:ext cx="21005280" cy="92959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marL="63504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1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1" marL="127008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2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2" marL="190512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3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3" marL="254016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4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4" marL="317484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5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33FECEE8-398C-4BE4-A1BC-AFBD970F8664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>
            <a:off x="-95400" y="13392000"/>
            <a:ext cx="24517080" cy="456840"/>
          </a:xfrm>
          <a:prstGeom prst="rect">
            <a:avLst/>
          </a:prstGeom>
          <a:solidFill>
            <a:srgbClr val="d6d6d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algn="ctr" defTabSz="819000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solidFill>
                <a:srgbClr val="ffffff"/>
              </a:solidFill>
              <a:latin typeface="Gill Sans"/>
              <a:ea typeface="Gill Sans"/>
            </a:endParaRPr>
          </a:p>
        </p:txBody>
      </p:sp>
      <p:sp>
        <p:nvSpPr>
          <p:cNvPr id="6" name="Line"/>
          <p:cNvSpPr/>
          <p:nvPr/>
        </p:nvSpPr>
        <p:spPr>
          <a:xfrm>
            <a:off x="516960" y="1257120"/>
            <a:ext cx="23315760" cy="360"/>
          </a:xfrm>
          <a:prstGeom prst="line">
            <a:avLst/>
          </a:prstGeom>
          <a:ln w="12700">
            <a:solidFill>
              <a:srgbClr val="92929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0" rIns="68400" tIns="0" bIns="0" anchor="t">
            <a:noAutofit/>
          </a:bodyPr>
          <a:p>
            <a:endParaRPr b="0" lang="en-US" sz="3000" spc="-1" strike="noStrike">
              <a:solidFill>
                <a:srgbClr val="000000"/>
              </a:solidFill>
              <a:latin typeface="Helvetica Neue Light"/>
              <a:ea typeface="Helvetica Neue Light"/>
            </a:endParaRPr>
          </a:p>
        </p:txBody>
      </p:sp>
      <p:graphicFrame>
        <p:nvGraphicFramePr>
          <p:cNvPr id="7" name="Table"/>
          <p:cNvGraphicFramePr/>
          <p:nvPr/>
        </p:nvGraphicFramePr>
        <p:xfrm>
          <a:off x="57240" y="13373280"/>
          <a:ext cx="24275520" cy="353520"/>
        </p:xfrm>
        <a:graphic>
          <a:graphicData uri="http://schemas.openxmlformats.org/drawingml/2006/table">
            <a:tbl>
              <a:tblPr/>
              <a:tblGrid>
                <a:gridCol w="8091720"/>
                <a:gridCol w="8091720"/>
                <a:gridCol w="8091720"/>
              </a:tblGrid>
              <a:tr h="353520">
                <a:tc>
                  <a:txBody>
                    <a:bodyPr lIns="50760" rIns="50760" tIns="50760" bIns="50760" anchor="ctr">
                      <a:noAutofit/>
                    </a:bodyPr>
                    <a:p>
                      <a:pPr defTabSz="13716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11/8/2021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13716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Page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r" defTabSz="13716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Apple Confidential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066680" y="190440"/>
            <a:ext cx="22250160" cy="106632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t">
            <a:noAutofit/>
          </a:bodyPr>
          <a:p>
            <a:pPr indent="0" defTabSz="81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54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标题文本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066680" y="1542960"/>
            <a:ext cx="22250160" cy="11239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819000">
              <a:lnSpc>
                <a:spcPct val="80000"/>
              </a:lnSpc>
              <a:spcBef>
                <a:spcPts val="1301"/>
              </a:spcBef>
              <a:buNone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1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1" marL="666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2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2" marL="104760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3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3" marL="142884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4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4" marL="1809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5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2"/>
          </p:nvPr>
        </p:nvSpPr>
        <p:spPr>
          <a:xfrm>
            <a:off x="12408120" y="13390920"/>
            <a:ext cx="362520" cy="36288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b">
            <a:noAutofit/>
          </a:bodyPr>
          <a:lstStyle>
            <a:lvl1pPr indent="0" algn="ctr" defTabSz="8190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60606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19000">
              <a:lnSpc>
                <a:spcPct val="100000"/>
              </a:lnSpc>
              <a:buNone/>
              <a:tabLst>
                <a:tab algn="l" pos="0"/>
              </a:tabLst>
            </a:pPr>
            <a:fld id="{6EFDAE73-6BFE-4D19-8A54-698E8E23B841}" type="slidenum">
              <a:rPr b="0" lang="en-US" sz="1400" spc="-1" strike="noStrike">
                <a:solidFill>
                  <a:srgbClr val="60606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"/>
          <p:cNvSpPr/>
          <p:nvPr/>
        </p:nvSpPr>
        <p:spPr>
          <a:xfrm>
            <a:off x="-88920" y="13398480"/>
            <a:ext cx="27075960" cy="469440"/>
          </a:xfrm>
          <a:prstGeom prst="rect">
            <a:avLst/>
          </a:prstGeom>
          <a:solidFill>
            <a:srgbClr val="d6d6d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1238400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Helvetica Neue Light"/>
              <a:ea typeface="Helvetica Neue Light"/>
            </a:endParaRPr>
          </a:p>
        </p:txBody>
      </p:sp>
      <p:sp>
        <p:nvSpPr>
          <p:cNvPr id="14" name="线条"/>
          <p:cNvSpPr/>
          <p:nvPr/>
        </p:nvSpPr>
        <p:spPr>
          <a:xfrm>
            <a:off x="516960" y="1244520"/>
            <a:ext cx="23315760" cy="0"/>
          </a:xfrm>
          <a:prstGeom prst="line">
            <a:avLst/>
          </a:prstGeom>
          <a:ln w="3175">
            <a:solidFill>
              <a:srgbClr val="92929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graphicFrame>
        <p:nvGraphicFramePr>
          <p:cNvPr id="15" name="Table 1-1"/>
          <p:cNvGraphicFramePr/>
          <p:nvPr/>
        </p:nvGraphicFramePr>
        <p:xfrm>
          <a:off x="76320" y="13347720"/>
          <a:ext cx="24291720" cy="365040"/>
        </p:xfrm>
        <a:graphic>
          <a:graphicData uri="http://schemas.openxmlformats.org/drawingml/2006/table">
            <a:tbl>
              <a:tblPr/>
              <a:tblGrid>
                <a:gridCol w="8097120"/>
                <a:gridCol w="8097120"/>
                <a:gridCol w="8097120"/>
              </a:tblGrid>
              <a:tr h="365040">
                <a:tc>
                  <a:txBody>
                    <a:bodyPr lIns="50760" rIns="50760" tIns="50760" bIns="50760" anchor="ctr">
                      <a:noAutofit/>
                    </a:bodyPr>
                    <a:p>
                      <a:endParaRPr b="0" lang="en-US" sz="1200" spc="-1" strike="noStrike">
                        <a:solidFill>
                          <a:srgbClr val="606060"/>
                        </a:solidFill>
                        <a:latin typeface="Helvetica Neue Light"/>
                        <a:ea typeface="Helvetica Neue Light"/>
                      </a:endParaRPr>
                    </a:p>
                  </a:txBody>
                  <a:tcPr anchor="ctr" marL="50760" marR="50760">
                    <a:lnL w="2880">
                      <a:noFill/>
                      <a:prstDash val="solid"/>
                    </a:lnL>
                    <a:lnR w="28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Page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2880">
                      <a:noFill/>
                      <a:prstDash val="solid"/>
                    </a:lnL>
                    <a:lnR w="28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Manufacturing Design - Apple Confidential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2880">
                      <a:noFill/>
                      <a:prstDash val="solid"/>
                    </a:lnL>
                    <a:lnR w="28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PlaceHolder 1"/>
          <p:cNvSpPr>
            <a:spLocks noGrp="1"/>
          </p:cNvSpPr>
          <p:nvPr>
            <p:ph type="sldNum" idx="3"/>
          </p:nvPr>
        </p:nvSpPr>
        <p:spPr>
          <a:xfrm>
            <a:off x="12482640" y="13373280"/>
            <a:ext cx="28332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lstStyle>
            <a:lvl1pPr indent="0" algn="ctr" defTabSz="1238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53585f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1238400">
              <a:lnSpc>
                <a:spcPct val="100000"/>
              </a:lnSpc>
              <a:buNone/>
              <a:tabLst>
                <a:tab algn="l" pos="0"/>
              </a:tabLst>
            </a:pPr>
            <a:fld id="{CD08DA5C-15B2-4116-A2F4-B30184D26631}" type="slidenum">
              <a:rPr b="0" lang="en-US" sz="1200" spc="-1" strike="noStrike">
                <a:solidFill>
                  <a:srgbClr val="53585f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14800" y="-3269880"/>
            <a:ext cx="23319720" cy="8056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defTabSz="1238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NXX </a:t>
            </a:r>
            <a:r>
              <a:rPr b="0" lang="en-US" sz="5400" spc="-1" strike="noStrike">
                <a:solidFill>
                  <a:srgbClr val="444444"/>
                </a:solidFill>
                <a:latin typeface="Helvetica Neue UltraLight"/>
                <a:ea typeface="Helvetica Neue UltraLight"/>
              </a:rPr>
              <a:t>|</a:t>
            </a:r>
            <a:r>
              <a:rPr b="0" lang="en-US" sz="5400" spc="-1" strike="noStrike">
                <a:solidFill>
                  <a:srgbClr val="444444"/>
                </a:solidFill>
                <a:latin typeface="Helvetica Neue Light"/>
                <a:ea typeface="Helvetica Neue Light"/>
              </a:rPr>
              <a:t> </a:t>
            </a:r>
            <a:r>
              <a:rPr b="1" lang="en-US" sz="5400" spc="-1" strike="noStrike">
                <a:solidFill>
                  <a:srgbClr val="444444"/>
                </a:solidFill>
                <a:latin typeface="Helvetica Neue"/>
                <a:ea typeface="Helvetica Neue"/>
              </a:rPr>
              <a:t>Title Text:</a:t>
            </a:r>
            <a:r>
              <a:rPr b="0" lang="en-US" sz="5400" spc="-1" strike="noStrike">
                <a:solidFill>
                  <a:srgbClr val="929292"/>
                </a:solidFill>
                <a:latin typeface="Helvetica Neue Light"/>
                <a:ea typeface="Helvetica Neue Light"/>
              </a:rPr>
              <a:t> Subtitle Text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"/>
          <p:cNvSpPr/>
          <p:nvPr/>
        </p:nvSpPr>
        <p:spPr>
          <a:xfrm>
            <a:off x="-95400" y="13392000"/>
            <a:ext cx="24517080" cy="456840"/>
          </a:xfrm>
          <a:prstGeom prst="rect">
            <a:avLst/>
          </a:prstGeom>
          <a:solidFill>
            <a:srgbClr val="d6d6d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algn="ctr" defTabSz="819000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solidFill>
                <a:srgbClr val="ffffff"/>
              </a:solidFill>
              <a:latin typeface="Gill Sans"/>
              <a:ea typeface="Gill Sans"/>
            </a:endParaRPr>
          </a:p>
        </p:txBody>
      </p:sp>
      <p:sp>
        <p:nvSpPr>
          <p:cNvPr id="21" name="Line"/>
          <p:cNvSpPr/>
          <p:nvPr/>
        </p:nvSpPr>
        <p:spPr>
          <a:xfrm>
            <a:off x="516960" y="1257120"/>
            <a:ext cx="23315760" cy="360"/>
          </a:xfrm>
          <a:prstGeom prst="line">
            <a:avLst/>
          </a:prstGeom>
          <a:ln w="12700">
            <a:solidFill>
              <a:srgbClr val="92929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0" rIns="68400" tIns="0" bIns="0" anchor="t">
            <a:noAutofit/>
          </a:bodyPr>
          <a:p>
            <a:endParaRPr b="0" lang="en-US" sz="3000" spc="-1" strike="noStrike">
              <a:solidFill>
                <a:srgbClr val="000000"/>
              </a:solidFill>
              <a:latin typeface="Helvetica Neue Light"/>
              <a:ea typeface="Helvetica Neue Light"/>
            </a:endParaRPr>
          </a:p>
        </p:txBody>
      </p:sp>
      <p:graphicFrame>
        <p:nvGraphicFramePr>
          <p:cNvPr id="22" name="Table"/>
          <p:cNvGraphicFramePr/>
          <p:nvPr/>
        </p:nvGraphicFramePr>
        <p:xfrm>
          <a:off x="57240" y="13373280"/>
          <a:ext cx="24275520" cy="349200"/>
        </p:xfrm>
        <a:graphic>
          <a:graphicData uri="http://schemas.openxmlformats.org/drawingml/2006/table">
            <a:tbl>
              <a:tblPr/>
              <a:tblGrid>
                <a:gridCol w="8091720"/>
                <a:gridCol w="8091720"/>
                <a:gridCol w="8091720"/>
              </a:tblGrid>
              <a:tr h="349200">
                <a:tc>
                  <a:txBody>
                    <a:bodyPr lIns="50760" rIns="50760" tIns="50760" bIns="50760" anchor="ctr">
                      <a:noAutofit/>
                    </a:bodyPr>
                    <a:p>
                      <a:pPr defTabSz="8190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elvetica Neue Light"/>
                          <a:ea typeface="Helvetica Neue Light"/>
                        </a:rPr>
                        <a:t>11/8/2021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defTabSz="8190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elvetica Neue Light"/>
                          <a:ea typeface="Helvetica Neue Light"/>
                        </a:rPr>
                        <a:t>Page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defTabSz="8190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elvetica Neue Light"/>
                          <a:ea typeface="Helvetica Neue Light"/>
                        </a:rPr>
                        <a:t>Apple Confidential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66680" y="190440"/>
            <a:ext cx="22250160" cy="106632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t">
            <a:noAutofit/>
          </a:bodyPr>
          <a:p>
            <a:pPr indent="0" defTabSz="81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54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标题文本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066680" y="1542960"/>
            <a:ext cx="22250160" cy="11239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819000">
              <a:lnSpc>
                <a:spcPct val="80000"/>
              </a:lnSpc>
              <a:spcBef>
                <a:spcPts val="1301"/>
              </a:spcBef>
              <a:buNone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1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1" marL="666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2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2" marL="104760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3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3" marL="142884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4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4" marL="1809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5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4"/>
          </p:nvPr>
        </p:nvSpPr>
        <p:spPr>
          <a:xfrm>
            <a:off x="12408120" y="13390920"/>
            <a:ext cx="362520" cy="36288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b">
            <a:noAutofit/>
          </a:bodyPr>
          <a:lstStyle>
            <a:lvl1pPr indent="0" algn="ctr" defTabSz="8190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60606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19000">
              <a:lnSpc>
                <a:spcPct val="100000"/>
              </a:lnSpc>
              <a:buNone/>
              <a:tabLst>
                <a:tab algn="l" pos="0"/>
              </a:tabLst>
            </a:pPr>
            <a:fld id="{7F8464F4-F3A4-4D81-AD05-B4559AFBCDAB}" type="slidenum">
              <a:rPr b="0" lang="en-US" sz="1400" spc="-1" strike="noStrike">
                <a:solidFill>
                  <a:srgbClr val="60606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pple Confidential–Internal Use Only"/>
          <p:cNvSpPr/>
          <p:nvPr/>
        </p:nvSpPr>
        <p:spPr>
          <a:xfrm>
            <a:off x="20952360" y="13373280"/>
            <a:ext cx="3492720" cy="2282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rPr>
              <a:t>Apple Confidential–Internal Use Only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95095800" y="58293000"/>
            <a:ext cx="22072320" cy="8056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825480">
              <a:lnSpc>
                <a:spcPct val="100000"/>
              </a:lnSpc>
              <a:spcBef>
                <a:spcPts val="6800"/>
              </a:spcBef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rgbClr val="94a8b2"/>
                </a:solidFill>
                <a:latin typeface="Arial"/>
                <a:ea typeface="Arial"/>
              </a:rPr>
              <a:t> </a:t>
            </a:r>
            <a:endParaRPr b="0" lang="en-US" sz="6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95097600" y="51708960"/>
            <a:ext cx="19290960" cy="7955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9" strike="noStrike">
                <a:solidFill>
                  <a:srgbClr val="94a8b2"/>
                </a:solidFill>
                <a:latin typeface="SF Hello Regular"/>
                <a:ea typeface="SF Hello Regular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title"/>
          </p:nvPr>
        </p:nvSpPr>
        <p:spPr>
          <a:xfrm>
            <a:off x="1143000" y="10972800"/>
            <a:ext cx="22097520" cy="13838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defTabSz="8254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zh-CN" sz="3600" spc="-72" strike="noStrike">
                <a:solidFill>
                  <a:srgbClr val="000000"/>
                </a:solidFill>
                <a:latin typeface="SF Hello Regular"/>
                <a:ea typeface="SF Hello Regular"/>
              </a:rPr>
              <a:t>标题文本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1143000" y="2743200"/>
            <a:ext cx="22097520" cy="8229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defTabSz="825480">
              <a:lnSpc>
                <a:spcPct val="100000"/>
              </a:lnSpc>
              <a:buClr>
                <a:srgbClr val="ffffff"/>
              </a:buClr>
              <a:buSzPct val="25000"/>
              <a:buFont typeface="Symbol" charset="2"/>
              <a:buChar char=""/>
            </a:pPr>
            <a:r>
              <a:rPr b="1" lang="zh-CN" sz="10000" spc="-202" strike="noStrike">
                <a:solidFill>
                  <a:srgbClr val="000000"/>
                </a:solidFill>
                <a:latin typeface="Arial"/>
                <a:ea typeface="Arial"/>
              </a:rPr>
              <a:t>正文级别 </a:t>
            </a:r>
            <a:r>
              <a:rPr b="1" lang="en-US" sz="10000" spc="-202" strike="noStrike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b="0" lang="en-US" sz="10000" spc="-1" strike="noStrike">
              <a:solidFill>
                <a:srgbClr val="000000"/>
              </a:solidFill>
              <a:latin typeface="Helvetica Neue"/>
            </a:endParaRPr>
          </a:p>
          <a:p>
            <a:pPr lvl="1" defTabSz="82548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25000"/>
              <a:buFont typeface="Symbol" charset="2"/>
              <a:buChar char=""/>
            </a:pPr>
            <a:r>
              <a:rPr b="0" lang="zh-CN" sz="10000" spc="-202" strike="noStrike">
                <a:solidFill>
                  <a:srgbClr val="000000"/>
                </a:solidFill>
                <a:latin typeface="SF Hello Regular"/>
                <a:ea typeface="SF Hello Regular"/>
              </a:rPr>
              <a:t>正文级别 </a:t>
            </a:r>
            <a:r>
              <a:rPr b="0" lang="en-US" sz="10000" spc="-202" strike="noStrike">
                <a:solidFill>
                  <a:srgbClr val="000000"/>
                </a:solidFill>
                <a:latin typeface="SF Hello Regular"/>
                <a:ea typeface="SF Hello Regular"/>
              </a:rPr>
              <a:t>2</a:t>
            </a:r>
            <a:endParaRPr b="0" lang="en-US" sz="10000" spc="-1" strike="noStrike">
              <a:solidFill>
                <a:srgbClr val="000000"/>
              </a:solidFill>
              <a:latin typeface="Helvetica Neue"/>
            </a:endParaRPr>
          </a:p>
          <a:p>
            <a:pPr lvl="2" marL="76320" indent="-76320" defTabSz="82548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25000"/>
              <a:buFont typeface="Symbol" charset="2"/>
              <a:buChar char=""/>
            </a:pPr>
            <a:r>
              <a:rPr b="0" lang="zh-CN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正文级别 </a:t>
            </a:r>
            <a:r>
              <a:rPr b="0" lang="en-US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3</a:t>
            </a:r>
            <a:endParaRPr b="0" lang="en-US" sz="3200" spc="-1" strike="noStrike">
              <a:solidFill>
                <a:srgbClr val="000000"/>
              </a:solidFill>
              <a:latin typeface="Helvetica Neue"/>
            </a:endParaRPr>
          </a:p>
          <a:p>
            <a:pPr lvl="3" marL="76320" indent="-76320" defTabSz="82548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25000"/>
              <a:buFont typeface="Symbol" charset="2"/>
              <a:buChar char=""/>
            </a:pPr>
            <a:r>
              <a:rPr b="0" lang="zh-CN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正文级别 </a:t>
            </a:r>
            <a:r>
              <a:rPr b="0" lang="en-US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4</a:t>
            </a:r>
            <a:endParaRPr b="0" lang="en-US" sz="3200" spc="-1" strike="noStrike">
              <a:solidFill>
                <a:srgbClr val="000000"/>
              </a:solidFill>
              <a:latin typeface="Helvetica Neue"/>
            </a:endParaRPr>
          </a:p>
          <a:p>
            <a:pPr lvl="4" marL="76320" indent="-76320" defTabSz="82548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25000"/>
              <a:buFont typeface="Symbol" charset="2"/>
              <a:buChar char=""/>
            </a:pPr>
            <a:r>
              <a:rPr b="0" lang="zh-CN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正文级别 </a:t>
            </a:r>
            <a:r>
              <a:rPr b="0" lang="en-US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5</a:t>
            </a:r>
            <a:endParaRPr b="0" lang="en-US" sz="3200" spc="-1" strike="noStrike">
              <a:solidFill>
                <a:srgbClr val="000000"/>
              </a:solidFill>
              <a:latin typeface="Helvetica Neue"/>
            </a:endParaRPr>
          </a:p>
        </p:txBody>
      </p:sp>
      <p:pic>
        <p:nvPicPr>
          <p:cNvPr id="33" name="160927 Apple Logo Black JB.ai" descr="160927 Apple Logo Black JB.ai"/>
          <p:cNvPicPr/>
          <p:nvPr/>
        </p:nvPicPr>
        <p:blipFill>
          <a:blip r:embed="rId2"/>
          <a:stretch/>
        </p:blipFill>
        <p:spPr>
          <a:xfrm>
            <a:off x="943560" y="877680"/>
            <a:ext cx="1320120" cy="1320120"/>
          </a:xfrm>
          <a:prstGeom prst="rect">
            <a:avLst/>
          </a:prstGeom>
          <a:ln w="12700">
            <a:noFill/>
          </a:ln>
        </p:spPr>
      </p:pic>
      <p:sp>
        <p:nvSpPr>
          <p:cNvPr id="34" name="PlaceHolder 5"/>
          <p:cNvSpPr>
            <a:spLocks noGrp="1"/>
          </p:cNvSpPr>
          <p:nvPr>
            <p:ph type="sldNum" idx="5"/>
          </p:nvPr>
        </p:nvSpPr>
        <p:spPr>
          <a:xfrm>
            <a:off x="23966280" y="13042800"/>
            <a:ext cx="325800" cy="32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84A206-3AEC-431A-8B04-DB34092D12BD}" type="slidenum">
              <a: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rPr>
              <a:t>&lt;编号&gt;</a:t>
            </a:fld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Apple Confidential–Internal Use Only"/>
          <p:cNvSpPr/>
          <p:nvPr/>
        </p:nvSpPr>
        <p:spPr>
          <a:xfrm>
            <a:off x="20952360" y="13373280"/>
            <a:ext cx="3492720" cy="2282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rPr>
              <a:t>Apple Confidential–Internal Use Only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reliability engineering"/>
          <p:cNvSpPr/>
          <p:nvPr/>
        </p:nvSpPr>
        <p:spPr>
          <a:xfrm>
            <a:off x="214200" y="13373280"/>
            <a:ext cx="19290960" cy="2282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rPr>
              <a:t>reliability engineering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sldNum" idx="6"/>
          </p:nvPr>
        </p:nvSpPr>
        <p:spPr>
          <a:xfrm>
            <a:off x="23963760" y="13042800"/>
            <a:ext cx="325800" cy="32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F5AD1C-8F38-4788-8ED2-B044926E0A74}" type="slidenum">
              <a: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rPr>
              <a:t>&lt;编号&gt;</a:t>
            </a:fld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10960200" y="3149640"/>
            <a:ext cx="13944240" cy="929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点击以编辑提纲文本格式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第二提纲级别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第三提纲级别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第四提纲级别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第五提纲级别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第六提纲级别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第七提纲级别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1689120" y="355680"/>
            <a:ext cx="21005280" cy="22856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标题文本</a:t>
            </a:r>
            <a:endParaRPr b="0" lang="en-US" sz="11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1689120" y="3149640"/>
            <a:ext cx="10223280" cy="92959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marL="55872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1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lvl="1" marL="111744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2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lvl="2" marL="167652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3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lvl="3" marL="223524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4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lvl="4" marL="279396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5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sldNum" idx="7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67439AB0-2C0E-4585-930B-7085A5EA1C08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body"/>
          </p:nvPr>
        </p:nvSpPr>
        <p:spPr>
          <a:xfrm>
            <a:off x="1689120" y="1778040"/>
            <a:ext cx="21005280" cy="10159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marL="63504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1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1" marL="127008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2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2" marL="190512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3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3" marL="254016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4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4" marL="317484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5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8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04F85B2B-BDF6-406E-B8E2-B8566CA9BFA9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body"/>
          </p:nvPr>
        </p:nvSpPr>
        <p:spPr>
          <a:xfrm>
            <a:off x="15300360" y="7048440"/>
            <a:ext cx="8324640" cy="554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点击以编辑提纲文本格式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第二提纲级别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第三提纲级别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第四提纲级别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第五提纲级别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第六提纲级别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第七提纲级别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5760800" y="863640"/>
            <a:ext cx="7403760" cy="740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点击以编辑提纲文本格式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第二提纲级别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第三提纲级别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第四提纲级别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第五提纲级别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第六提纲级别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第七提纲级别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-990720" y="1130400"/>
            <a:ext cx="17201880" cy="1146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点击以编辑提纲文本格式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第二提纲级别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第三提纲级别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第四提纲级别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第五提纲级别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第六提纲级别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第七提纲级别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9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15990505-7577-4EA5-9CD0-127608D174DE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body"/>
          </p:nvPr>
        </p:nvSpPr>
        <p:spPr>
          <a:xfrm>
            <a:off x="-50760" y="-1270080"/>
            <a:ext cx="24485400" cy="1632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点击以编辑提纲文本格式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第二提纲级别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第三提纲级别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第四提纲级别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第五提纲级别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第六提纲级别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第七提纲级别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10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E6B16711-CA11-4678-BB3A-F4639EC98ED2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1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126D1094-A272-4B65-B8B7-FA46C34FB69B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线条"/>
          <p:cNvSpPr/>
          <p:nvPr/>
        </p:nvSpPr>
        <p:spPr>
          <a:xfrm>
            <a:off x="592920" y="880920"/>
            <a:ext cx="23197680" cy="0"/>
          </a:xfrm>
          <a:prstGeom prst="line">
            <a:avLst/>
          </a:prstGeom>
          <a:ln w="12700">
            <a:solidFill>
              <a:srgbClr val="9292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t">
            <a:noAutofit/>
          </a:bodyPr>
          <a:p>
            <a:endParaRPr b="0" lang="en-US" sz="4400" spc="-1" strike="noStrike">
              <a:solidFill>
                <a:srgbClr val="0096ff"/>
              </a:solidFill>
              <a:latin typeface="Helvetica Neue"/>
              <a:ea typeface="Helvetica Neue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16320" y="-655200"/>
            <a:ext cx="21225240" cy="2220840"/>
          </a:xfrm>
          <a:prstGeom prst="rect">
            <a:avLst/>
          </a:prstGeom>
          <a:noFill/>
          <a:ln w="12600">
            <a:noFill/>
          </a:ln>
        </p:spPr>
        <p:txBody>
          <a:bodyPr lIns="80640" rIns="80640" tIns="80640" bIns="80640" anchor="ctr">
            <a:noAutofit/>
          </a:bodyPr>
          <a:p>
            <a:pPr indent="0" defTabSz="8701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5600" spc="-1" strike="noStrike">
                <a:solidFill>
                  <a:srgbClr val="929292"/>
                </a:solidFill>
                <a:latin typeface="Helvetica Neue"/>
                <a:ea typeface="Helvetica Neue"/>
              </a:rPr>
              <a:t>标题文本</a:t>
            </a:r>
            <a:endParaRPr b="0" lang="en-US" sz="5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2592000" y="2368800"/>
            <a:ext cx="19202760" cy="11346840"/>
          </a:xfrm>
          <a:prstGeom prst="rect">
            <a:avLst/>
          </a:prstGeom>
          <a:noFill/>
          <a:ln w="12600">
            <a:noFill/>
          </a:ln>
        </p:spPr>
        <p:txBody>
          <a:bodyPr lIns="80640" rIns="80640" tIns="80640" bIns="80640" anchor="t">
            <a:noAutofit/>
          </a:bodyPr>
          <a:p>
            <a:pPr marL="130680" indent="-82440" defTabSz="87012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zh-CN" sz="4800" spc="-1" strike="noStrike">
                <a:solidFill>
                  <a:srgbClr val="424242"/>
                </a:solidFill>
                <a:latin typeface="Arial"/>
                <a:ea typeface="Arial"/>
              </a:rPr>
              <a:t>正文级别 </a:t>
            </a:r>
            <a:r>
              <a:rPr b="0" lang="en-US" sz="4800" spc="-1" strike="noStrike">
                <a:solidFill>
                  <a:srgbClr val="424242"/>
                </a:solidFill>
                <a:latin typeface="Arial"/>
                <a:ea typeface="Arial"/>
              </a:rPr>
              <a:t>1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marL="130680" indent="48240" defTabSz="87012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marL="130680" indent="48240" defTabSz="87012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marL="130680" indent="48240" defTabSz="87012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marL="130680" indent="48240" defTabSz="87012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12"/>
          </p:nvPr>
        </p:nvSpPr>
        <p:spPr>
          <a:xfrm>
            <a:off x="12085560" y="13161960"/>
            <a:ext cx="303120" cy="2790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Autofit/>
          </a:bodyPr>
          <a:lstStyle>
            <a:lvl1pPr indent="0" algn="ctr" defTabSz="58428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rgbClr val="ffffff"/>
                </a:solidFill>
                <a:latin typeface="Verdana"/>
                <a:ea typeface="Verdana"/>
              </a:defRPr>
            </a:lvl1pPr>
          </a:lstStyle>
          <a:p>
            <a:pPr indent="0" algn="ctr" defTabSz="584280">
              <a:lnSpc>
                <a:spcPct val="100000"/>
              </a:lnSpc>
              <a:buNone/>
              <a:tabLst>
                <a:tab algn="l" pos="0"/>
              </a:tabLst>
            </a:pPr>
            <a:fld id="{9CC62741-1837-4CCB-B9C7-FDFBC51AA4C7}" type="slidenum">
              <a:rPr b="0" lang="en-US" sz="1800" spc="-1" strike="noStrike">
                <a:solidFill>
                  <a:srgbClr val="ffffff"/>
                </a:solidFill>
                <a:latin typeface="Verdana"/>
                <a:ea typeface="Verdana"/>
              </a:rPr>
              <a:t>&lt;编号&gt;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body"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720" bIns="45720" anchor="t">
            <a:noAutofit/>
          </a:bodyPr>
          <a:p>
            <a:pPr indent="0" defTabSz="7016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3060" spc="-1" strike="noStrike" u="sng">
                <a:solidFill>
                  <a:srgbClr val="000000"/>
                </a:solidFill>
                <a:uFillTx/>
                <a:latin typeface="Helvetica Neue"/>
                <a:ea typeface="Helvetica Neue"/>
              </a:rPr>
              <a:t>作者和日期</a:t>
            </a:r>
            <a:endParaRPr b="0" lang="en-US" sz="306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zh-CN" sz="11600" spc="-233" strike="noStrike">
                <a:solidFill>
                  <a:srgbClr val="000000"/>
                </a:solidFill>
                <a:latin typeface="Helvetica Neue"/>
                <a:ea typeface="Helvetica Neue"/>
              </a:rPr>
              <a:t>演示文稿标题</a:t>
            </a:r>
            <a:endParaRPr b="0" lang="en-US" sz="11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1201320" y="7223040"/>
            <a:ext cx="21970800" cy="1904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5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演示文稿副标题</a:t>
            </a:r>
            <a:endParaRPr b="0" lang="en-US" sz="55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55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55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55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5500" spc="-1" strike="noStrike">
              <a:solidFill>
                <a:srgbClr val="000000"/>
              </a:solidFill>
              <a:latin typeface="Helvetica Neu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"/>
          <p:cNvSpPr/>
          <p:nvPr/>
        </p:nvSpPr>
        <p:spPr>
          <a:xfrm>
            <a:off x="-95400" y="13392000"/>
            <a:ext cx="24517080" cy="456840"/>
          </a:xfrm>
          <a:prstGeom prst="rect">
            <a:avLst/>
          </a:prstGeom>
          <a:solidFill>
            <a:srgbClr val="d6d6d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algn="ctr" defTabSz="819000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solidFill>
                <a:srgbClr val="ffffff"/>
              </a:solidFill>
              <a:latin typeface="Gill Sans"/>
              <a:ea typeface="Gill Sans"/>
            </a:endParaRPr>
          </a:p>
        </p:txBody>
      </p:sp>
      <p:sp>
        <p:nvSpPr>
          <p:cNvPr id="77" name="Line"/>
          <p:cNvSpPr/>
          <p:nvPr/>
        </p:nvSpPr>
        <p:spPr>
          <a:xfrm>
            <a:off x="516960" y="1257120"/>
            <a:ext cx="23315760" cy="0"/>
          </a:xfrm>
          <a:prstGeom prst="line">
            <a:avLst/>
          </a:prstGeom>
          <a:ln w="3175">
            <a:solidFill>
              <a:srgbClr val="92929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0" rIns="68400" tIns="0" bIns="0" anchor="t">
            <a:noAutofit/>
          </a:bodyPr>
          <a:p>
            <a:endParaRPr b="0" lang="en-US" sz="3000" spc="-1" strike="noStrike">
              <a:solidFill>
                <a:srgbClr val="000000"/>
              </a:solidFill>
              <a:latin typeface="Helvetica Neue Light"/>
              <a:ea typeface="Helvetica Neue Light"/>
            </a:endParaRPr>
          </a:p>
        </p:txBody>
      </p:sp>
      <p:graphicFrame>
        <p:nvGraphicFramePr>
          <p:cNvPr id="78" name="Table"/>
          <p:cNvGraphicFramePr/>
          <p:nvPr/>
        </p:nvGraphicFramePr>
        <p:xfrm>
          <a:off x="57240" y="13373280"/>
          <a:ext cx="35204400" cy="512640"/>
        </p:xfrm>
        <a:graphic>
          <a:graphicData uri="http://schemas.openxmlformats.org/drawingml/2006/table">
            <a:tbl>
              <a:tblPr/>
              <a:tblGrid>
                <a:gridCol w="11734920"/>
                <a:gridCol w="11734920"/>
                <a:gridCol w="11734920"/>
              </a:tblGrid>
              <a:tr h="512640">
                <a:tc>
                  <a:txBody>
                    <a:bodyPr lIns="50760" rIns="50760" tIns="50760" bIns="50760" anchor="ctr">
                      <a:noAutofit/>
                    </a:bodyPr>
                    <a:p>
                      <a:endParaRPr b="0" lang="en-US" sz="2200" spc="-1" strike="noStrike">
                        <a:solidFill>
                          <a:srgbClr val="606060"/>
                        </a:solidFill>
                        <a:latin typeface="Helvetica Neue Light"/>
                        <a:ea typeface="Helvetica Neue Light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13716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Page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r" defTabSz="13716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Apple Confidential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66680" y="190440"/>
            <a:ext cx="22250160" cy="106632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t">
            <a:noAutofit/>
          </a:bodyPr>
          <a:p>
            <a:pPr indent="0" defTabSz="81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54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标题文本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1066680" y="1542960"/>
            <a:ext cx="22250160" cy="11239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819000">
              <a:lnSpc>
                <a:spcPct val="80000"/>
              </a:lnSpc>
              <a:spcBef>
                <a:spcPts val="1301"/>
              </a:spcBef>
              <a:buNone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1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1" marL="666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2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2" marL="104760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3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3" marL="142884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4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4" marL="1809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5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13"/>
          </p:nvPr>
        </p:nvSpPr>
        <p:spPr>
          <a:xfrm>
            <a:off x="11469960" y="9605520"/>
            <a:ext cx="334080" cy="33804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b">
            <a:noAutofit/>
          </a:bodyPr>
          <a:lstStyle>
            <a:lvl1pPr indent="0" algn="ctr" defTabSz="8190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60606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19000">
              <a:lnSpc>
                <a:spcPct val="100000"/>
              </a:lnSpc>
              <a:buNone/>
              <a:tabLst>
                <a:tab algn="l" pos="0"/>
              </a:tabLst>
            </a:pPr>
            <a:fld id="{3AD47465-98B2-454C-B513-648EFC22B6EF}" type="slidenum">
              <a:rPr b="0" lang="en-US" sz="1200" spc="-1" strike="noStrike">
                <a:solidFill>
                  <a:srgbClr val="60606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 2"/>
          <p:cNvSpPr/>
          <p:nvPr/>
        </p:nvSpPr>
        <p:spPr>
          <a:xfrm>
            <a:off x="399960" y="914400"/>
            <a:ext cx="12115440" cy="12420360"/>
          </a:xfrm>
          <a:prstGeom prst="rect">
            <a:avLst/>
          </a:prstGeom>
          <a:noFill/>
          <a:ln w="12700">
            <a:solidFill>
              <a:srgbClr val="ffffff">
                <a:lumMod val="6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0" rIns="0" tIns="0" bIns="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85" name="文字方塊 3"/>
          <p:cNvSpPr/>
          <p:nvPr/>
        </p:nvSpPr>
        <p:spPr>
          <a:xfrm>
            <a:off x="399960" y="349560"/>
            <a:ext cx="11296440" cy="558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J83x  EVT HSG Insert peel off FACA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6" name="直線接點 7"/>
          <p:cNvCxnSpPr/>
          <p:nvPr/>
        </p:nvCxnSpPr>
        <p:spPr>
          <a:xfrm>
            <a:off x="1352520" y="457200"/>
            <a:ext cx="360" cy="324000"/>
          </a:xfrm>
          <a:prstGeom prst="straightConnector1">
            <a:avLst/>
          </a:prstGeom>
          <a:ln w="38100">
            <a:solidFill>
              <a:srgbClr val="ffffff">
                <a:lumMod val="50000"/>
              </a:srgbClr>
            </a:solidFill>
            <a:miter/>
          </a:ln>
        </p:spPr>
      </p:cxnSp>
      <p:sp>
        <p:nvSpPr>
          <p:cNvPr id="87" name="文字方塊 10"/>
          <p:cNvSpPr/>
          <p:nvPr/>
        </p:nvSpPr>
        <p:spPr>
          <a:xfrm>
            <a:off x="636840" y="1359000"/>
            <a:ext cx="11642040" cy="710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Problem Description: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problem}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8" name="直線接點 12"/>
          <p:cNvCxnSpPr/>
          <p:nvPr/>
        </p:nvCxnSpPr>
        <p:spPr>
          <a:xfrm>
            <a:off x="399960" y="2579760"/>
            <a:ext cx="12116160" cy="360"/>
          </a:xfrm>
          <a:prstGeom prst="straightConnector1">
            <a:avLst/>
          </a:prstGeom>
          <a:ln w="12700">
            <a:solidFill>
              <a:srgbClr val="d5d5d5">
                <a:lumMod val="75000"/>
              </a:srgbClr>
            </a:solidFill>
            <a:prstDash val="dash"/>
            <a:miter/>
          </a:ln>
        </p:spPr>
      </p:cxnSp>
      <p:sp>
        <p:nvSpPr>
          <p:cNvPr id="89" name="文字方塊 13"/>
          <p:cNvSpPr/>
          <p:nvPr/>
        </p:nvSpPr>
        <p:spPr>
          <a:xfrm>
            <a:off x="636840" y="2937240"/>
            <a:ext cx="11642040" cy="1015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Analysis: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predicted analysis}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analysis}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" name="直線接點 14"/>
          <p:cNvCxnSpPr/>
          <p:nvPr/>
        </p:nvCxnSpPr>
        <p:spPr>
          <a:xfrm>
            <a:off x="399960" y="6057720"/>
            <a:ext cx="12116160" cy="360"/>
          </a:xfrm>
          <a:prstGeom prst="straightConnector1">
            <a:avLst/>
          </a:prstGeom>
          <a:ln w="12700">
            <a:solidFill>
              <a:srgbClr val="d5d5d5">
                <a:lumMod val="75000"/>
              </a:srgbClr>
            </a:solidFill>
            <a:prstDash val="dash"/>
            <a:miter/>
          </a:ln>
        </p:spPr>
      </p:cxnSp>
      <p:sp>
        <p:nvSpPr>
          <p:cNvPr id="91" name="文字方塊 15"/>
          <p:cNvSpPr/>
          <p:nvPr/>
        </p:nvSpPr>
        <p:spPr>
          <a:xfrm>
            <a:off x="636840" y="6540480"/>
            <a:ext cx="11642040" cy="1015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Root Cause 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predicted causes}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causes}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2" name="直線接點 16"/>
          <p:cNvCxnSpPr/>
          <p:nvPr/>
        </p:nvCxnSpPr>
        <p:spPr>
          <a:xfrm>
            <a:off x="399960" y="8115120"/>
            <a:ext cx="12116160" cy="360"/>
          </a:xfrm>
          <a:prstGeom prst="straightConnector1">
            <a:avLst/>
          </a:prstGeom>
          <a:ln w="12700">
            <a:solidFill>
              <a:srgbClr val="d5d5d5">
                <a:lumMod val="75000"/>
              </a:srgbClr>
            </a:solidFill>
            <a:prstDash val="dash"/>
            <a:miter/>
          </a:ln>
        </p:spPr>
      </p:cxnSp>
      <p:sp>
        <p:nvSpPr>
          <p:cNvPr id="93" name="文字方塊 17"/>
          <p:cNvSpPr/>
          <p:nvPr/>
        </p:nvSpPr>
        <p:spPr>
          <a:xfrm>
            <a:off x="636840" y="8607600"/>
            <a:ext cx="11642040" cy="1015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Containment: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predicted containment}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containment}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4" name="直線接點 18"/>
          <p:cNvCxnSpPr/>
          <p:nvPr/>
        </p:nvCxnSpPr>
        <p:spPr>
          <a:xfrm>
            <a:off x="399960" y="10237680"/>
            <a:ext cx="12116160" cy="360"/>
          </a:xfrm>
          <a:prstGeom prst="straightConnector1">
            <a:avLst/>
          </a:prstGeom>
          <a:ln w="12700">
            <a:solidFill>
              <a:srgbClr val="d5d5d5">
                <a:lumMod val="75000"/>
              </a:srgbClr>
            </a:solidFill>
            <a:prstDash val="dash"/>
            <a:miter/>
          </a:ln>
        </p:spPr>
      </p:cxnSp>
      <p:sp>
        <p:nvSpPr>
          <p:cNvPr id="95" name="文字方塊 19"/>
          <p:cNvSpPr/>
          <p:nvPr/>
        </p:nvSpPr>
        <p:spPr>
          <a:xfrm>
            <a:off x="636840" y="10807200"/>
            <a:ext cx="11642040" cy="710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Corrective Actions: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list of corrective actions}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矩形 20"/>
          <p:cNvSpPr/>
          <p:nvPr/>
        </p:nvSpPr>
        <p:spPr>
          <a:xfrm>
            <a:off x="12720960" y="914400"/>
            <a:ext cx="11252520" cy="12420360"/>
          </a:xfrm>
          <a:prstGeom prst="rect">
            <a:avLst/>
          </a:prstGeom>
          <a:noFill/>
          <a:ln w="12700">
            <a:solidFill>
              <a:srgbClr val="ffffff">
                <a:lumMod val="6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0" rIns="0" tIns="0" bIns="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97" name="文字方塊 21"/>
          <p:cNvSpPr/>
          <p:nvPr/>
        </p:nvSpPr>
        <p:spPr>
          <a:xfrm>
            <a:off x="12963240" y="1049760"/>
            <a:ext cx="10767960" cy="405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Analysis: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文字方塊 22"/>
          <p:cNvSpPr/>
          <p:nvPr/>
        </p:nvSpPr>
        <p:spPr>
          <a:xfrm>
            <a:off x="20231280" y="219600"/>
            <a:ext cx="3742200" cy="558000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FACA </a:t>
            </a:r>
            <a:r>
              <a:rPr b="1" lang="zh-CN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模板二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26649</TotalTime>
  <Application>PPT_Plus/1.0.0.0$Windows_X86_64 LibreOffice_project/</Application>
  <AppVersion>15.0000</AppVersion>
  <Words>450</Words>
  <Paragraphs>92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2023-05-08T00:43:29Z</dcterms:created>
  <dc:creator>夏俊明Jamy</dc:creator>
  <dc:description/>
  <dc:language>zh-CN</dc:language>
  <cp:lastModifiedBy/>
  <dcterms:modified xsi:type="dcterms:W3CDTF">2026-05-11T15:04:12Z</dcterms:modified>
  <cp:revision>1007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1233FC2158BDED7B27DE41642CCEB39E_42</vt:lpwstr>
  </property>
  <property fmtid="{D5CDD505-2E9C-101B-9397-08002B2CF9AE}" pid="3" name="KSOProductBuildVer">
    <vt:lpwstr>2052-5.2.1.7798</vt:lpwstr>
  </property>
  <property fmtid="{D5CDD505-2E9C-101B-9397-08002B2CF9AE}" pid="4" name="Notes">
    <vt:i4>4</vt:i4>
  </property>
  <property fmtid="{D5CDD505-2E9C-101B-9397-08002B2CF9AE}" pid="5" name="PresentationFormat">
    <vt:lpwstr>Custom</vt:lpwstr>
  </property>
  <property fmtid="{D5CDD505-2E9C-101B-9397-08002B2CF9AE}" pid="6" name="Slides">
    <vt:i4>4</vt:i4>
  </property>
</Properties>
</file>