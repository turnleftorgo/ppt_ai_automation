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</p:sldIdLst>
  <p:sldSz cx="24384000" cy="13716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D3CB487-C80E-425C-B02D-0E7174C293F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DEC914-FD8C-4C81-86C6-F9769ACEF7E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C445FF-28ED-44A9-9A58-EE8E6B17A81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DB7D06D-171D-4122-ADB9-EE16E06D980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CFD7F3-1356-4D94-A116-86DE5C498C1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5940BC-1894-4752-9AC5-AE38927F046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0A8C161-9F82-47E2-869D-1EA5BE8A261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AED3990-EE37-4079-B134-FD979AD8889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C55E713-9FC9-4F3E-9587-13F16130277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195D74D-C752-41A5-841C-3104D5031E7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A6B215B-ABF3-4B93-B3D4-51329DEB2B7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EF20CE-D260-464E-969F-A1C5E35E86F5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CA9EFBA-4EC5-4B35-BCA2-E602B2FF6CE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标题文本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89120" y="3149640"/>
            <a:ext cx="21005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02DBF33D-340F-4B20-9114-7819E47279E7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1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6" name="Line"/>
          <p:cNvSpPr/>
          <p:nvPr/>
        </p:nvSpPr>
        <p:spPr>
          <a:xfrm>
            <a:off x="516960" y="1257120"/>
            <a:ext cx="23315760" cy="360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7" name="Table"/>
          <p:cNvGraphicFramePr/>
          <p:nvPr/>
        </p:nvGraphicFramePr>
        <p:xfrm>
          <a:off x="57240" y="13373280"/>
          <a:ext cx="24275520" cy="353520"/>
        </p:xfrm>
        <a:graphic>
          <a:graphicData uri="http://schemas.openxmlformats.org/drawingml/2006/table">
            <a:tbl>
              <a:tblPr/>
              <a:tblGrid>
                <a:gridCol w="8091720"/>
                <a:gridCol w="8091720"/>
                <a:gridCol w="8091720"/>
              </a:tblGrid>
              <a:tr h="353520"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11/8/2021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2"/>
          </p:nvPr>
        </p:nvSpPr>
        <p:spPr>
          <a:xfrm>
            <a:off x="12408120" y="13390920"/>
            <a:ext cx="362520" cy="36288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8C7AC1E0-53B5-46B0-AE84-69D58C2CD699}" type="slidenum">
              <a: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/>
          <p:nvPr/>
        </p:nvSpPr>
        <p:spPr>
          <a:xfrm>
            <a:off x="-88920" y="13398480"/>
            <a:ext cx="27075960" cy="4694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12384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sp>
        <p:nvSpPr>
          <p:cNvPr id="14" name="线条"/>
          <p:cNvSpPr/>
          <p:nvPr/>
        </p:nvSpPr>
        <p:spPr>
          <a:xfrm>
            <a:off x="516960" y="1244520"/>
            <a:ext cx="23315760" cy="0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aphicFrame>
        <p:nvGraphicFramePr>
          <p:cNvPr id="15" name="Table 1-1"/>
          <p:cNvGraphicFramePr/>
          <p:nvPr/>
        </p:nvGraphicFramePr>
        <p:xfrm>
          <a:off x="76320" y="13347720"/>
          <a:ext cx="24291720" cy="365040"/>
        </p:xfrm>
        <a:graphic>
          <a:graphicData uri="http://schemas.openxmlformats.org/drawingml/2006/table">
            <a:tbl>
              <a:tblPr/>
              <a:tblGrid>
                <a:gridCol w="8097120"/>
                <a:gridCol w="8097120"/>
                <a:gridCol w="8097120"/>
              </a:tblGrid>
              <a:tr h="365040"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en-US" sz="1200" spc="-1" strike="noStrike">
                        <a:solidFill>
                          <a:srgbClr val="606060"/>
                        </a:solidFill>
                        <a:latin typeface="Helvetica Neue Light"/>
                        <a:ea typeface="Helvetica Neue Light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Manufacturing Design - Apple Confidential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12482640" y="13373280"/>
            <a:ext cx="28332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lstStyle>
            <a:lvl1pPr indent="0" algn="ctr" defTabSz="1238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53585f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1238400">
              <a:lnSpc>
                <a:spcPct val="100000"/>
              </a:lnSpc>
              <a:buNone/>
              <a:tabLst>
                <a:tab algn="l" pos="0"/>
              </a:tabLst>
            </a:pPr>
            <a:fld id="{148F78A6-8B3F-489A-9B18-0B68DE972829}" type="slidenum">
              <a:rPr b="0" lang="en-US" sz="1200" spc="-1" strike="noStrike">
                <a:solidFill>
                  <a:srgbClr val="53585f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14800" y="-3269880"/>
            <a:ext cx="2331972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1238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NXX </a:t>
            </a:r>
            <a:r>
              <a:rPr b="0" lang="en-US" sz="5400" spc="-1" strike="noStrike">
                <a:solidFill>
                  <a:srgbClr val="444444"/>
                </a:solidFill>
                <a:latin typeface="Helvetica Neue UltraLight"/>
                <a:ea typeface="Helvetica Neue UltraLight"/>
              </a:rPr>
              <a:t>|</a:t>
            </a:r>
            <a:r>
              <a:rPr b="0" lang="en-US" sz="5400" spc="-1" strike="noStrike">
                <a:solidFill>
                  <a:srgbClr val="444444"/>
                </a:solidFill>
                <a:latin typeface="Helvetica Neue Light"/>
                <a:ea typeface="Helvetica Neue Light"/>
              </a:rPr>
              <a:t> </a:t>
            </a:r>
            <a:r>
              <a:rPr b="1" lang="en-US" sz="5400" spc="-1" strike="noStrike">
                <a:solidFill>
                  <a:srgbClr val="444444"/>
                </a:solidFill>
                <a:latin typeface="Helvetica Neue"/>
                <a:ea typeface="Helvetica Neue"/>
              </a:rPr>
              <a:t>Title Text:</a:t>
            </a:r>
            <a:r>
              <a:rPr b="0" lang="en-US" sz="5400" spc="-1" strike="noStrike">
                <a:solidFill>
                  <a:srgbClr val="929292"/>
                </a:solidFill>
                <a:latin typeface="Helvetica Neue Light"/>
                <a:ea typeface="Helvetica Neue Light"/>
              </a:rPr>
              <a:t> Subtitle Text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21" name="Line"/>
          <p:cNvSpPr/>
          <p:nvPr/>
        </p:nvSpPr>
        <p:spPr>
          <a:xfrm>
            <a:off x="516960" y="1257120"/>
            <a:ext cx="23315760" cy="360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22" name="Table"/>
          <p:cNvGraphicFramePr/>
          <p:nvPr/>
        </p:nvGraphicFramePr>
        <p:xfrm>
          <a:off x="57240" y="13373280"/>
          <a:ext cx="24275520" cy="349200"/>
        </p:xfrm>
        <a:graphic>
          <a:graphicData uri="http://schemas.openxmlformats.org/drawingml/2006/table">
            <a:tbl>
              <a:tblPr/>
              <a:tblGrid>
                <a:gridCol w="8091720"/>
                <a:gridCol w="8091720"/>
                <a:gridCol w="8091720"/>
              </a:tblGrid>
              <a:tr h="349200"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11/8/2021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4"/>
          </p:nvPr>
        </p:nvSpPr>
        <p:spPr>
          <a:xfrm>
            <a:off x="12408120" y="13390920"/>
            <a:ext cx="362520" cy="36288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0B75BBD6-24D2-4433-9076-C672ECED5F2D}" type="slidenum">
              <a: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pple Confidential–Internal Use Only"/>
          <p:cNvSpPr/>
          <p:nvPr/>
        </p:nvSpPr>
        <p:spPr>
          <a:xfrm>
            <a:off x="20952360" y="13373280"/>
            <a:ext cx="349272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Apple Confidential–Internal Use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95095800" y="58293000"/>
            <a:ext cx="2207232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spcBef>
                <a:spcPts val="6800"/>
              </a:spcBef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94a8b2"/>
                </a:solidFill>
                <a:latin typeface="Arial"/>
                <a:ea typeface="Arial"/>
              </a:rPr>
              <a:t> 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5097600" y="51708960"/>
            <a:ext cx="19290960" cy="7955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9" strike="noStrike">
                <a:solidFill>
                  <a:srgbClr val="94a8b2"/>
                </a:solidFill>
                <a:latin typeface="SF Hello Regular"/>
                <a:ea typeface="SF Hello Regular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1143000" y="10972800"/>
            <a:ext cx="22097520" cy="1383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8254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zh-CN" sz="3600" spc="-72" strike="noStrike">
                <a:solidFill>
                  <a:srgbClr val="000000"/>
                </a:solidFill>
                <a:latin typeface="SF Hello Regular"/>
                <a:ea typeface="SF Hello Regular"/>
              </a:rPr>
              <a:t>标题文本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143000" y="2743200"/>
            <a:ext cx="22097520" cy="8229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defTabSz="825480">
              <a:lnSpc>
                <a:spcPct val="100000"/>
              </a:lnSpc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1" lang="zh-CN" sz="10000" spc="-202" strike="noStrike">
                <a:solidFill>
                  <a:srgbClr val="000000"/>
                </a:solidFill>
                <a:latin typeface="Arial"/>
                <a:ea typeface="Arial"/>
              </a:rPr>
              <a:t>正文级别 </a:t>
            </a:r>
            <a:r>
              <a:rPr b="1" lang="en-US" sz="10000" spc="-202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b="0" lang="en-US" sz="10000" spc="-1" strike="noStrike">
              <a:solidFill>
                <a:srgbClr val="000000"/>
              </a:solidFill>
              <a:latin typeface="Helvetica Neue"/>
            </a:endParaRPr>
          </a:p>
          <a:p>
            <a:pPr lvl="1" defTabSz="82548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10000" spc="-202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10000" spc="-202" strike="noStrike">
                <a:solidFill>
                  <a:srgbClr val="000000"/>
                </a:solidFill>
                <a:latin typeface="SF Hello Regular"/>
                <a:ea typeface="SF Hello Regular"/>
              </a:rPr>
              <a:t>2</a:t>
            </a:r>
            <a:endParaRPr b="0" lang="en-US" sz="10000" spc="-1" strike="noStrike">
              <a:solidFill>
                <a:srgbClr val="000000"/>
              </a:solidFill>
              <a:latin typeface="Helvetica Neue"/>
            </a:endParaRPr>
          </a:p>
          <a:p>
            <a:pPr lvl="2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3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  <a:p>
            <a:pPr lvl="3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4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  <a:p>
            <a:pPr lvl="4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5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3" name="160927 Apple Logo Black JB.ai" descr="160927 Apple Logo Black JB.ai"/>
          <p:cNvPicPr/>
          <p:nvPr/>
        </p:nvPicPr>
        <p:blipFill>
          <a:blip r:embed="rId2"/>
          <a:stretch/>
        </p:blipFill>
        <p:spPr>
          <a:xfrm>
            <a:off x="943560" y="877680"/>
            <a:ext cx="1320120" cy="1320120"/>
          </a:xfrm>
          <a:prstGeom prst="rect">
            <a:avLst/>
          </a:prstGeom>
          <a:ln w="12700">
            <a:noFill/>
          </a:ln>
        </p:spPr>
      </p:pic>
      <p:sp>
        <p:nvSpPr>
          <p:cNvPr id="34" name="PlaceHolder 5"/>
          <p:cNvSpPr>
            <a:spLocks noGrp="1"/>
          </p:cNvSpPr>
          <p:nvPr>
            <p:ph type="sldNum" idx="5"/>
          </p:nvPr>
        </p:nvSpPr>
        <p:spPr>
          <a:xfrm>
            <a:off x="23966280" y="13042800"/>
            <a:ext cx="325800" cy="32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300163-0ED2-4D11-88A9-D86D0CBA68CC}" type="slidenum"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&lt;编号&gt;</a:t>
            </a:fld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pple Confidential–Internal Use Only"/>
          <p:cNvSpPr/>
          <p:nvPr/>
        </p:nvSpPr>
        <p:spPr>
          <a:xfrm>
            <a:off x="20952360" y="13373280"/>
            <a:ext cx="349272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Apple Confidential–Internal Use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liability engineering"/>
          <p:cNvSpPr/>
          <p:nvPr/>
        </p:nvSpPr>
        <p:spPr>
          <a:xfrm>
            <a:off x="214200" y="13373280"/>
            <a:ext cx="1929096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reliability engineering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6"/>
          </p:nvPr>
        </p:nvSpPr>
        <p:spPr>
          <a:xfrm>
            <a:off x="23963760" y="13042800"/>
            <a:ext cx="325800" cy="32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1B872F-1678-4FED-9D85-EEA1357EB8F2}" type="slidenum"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&lt;编号&gt;</a:t>
            </a:fld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10960200" y="3149640"/>
            <a:ext cx="13944240" cy="92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标题文本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689120" y="3149640"/>
            <a:ext cx="10223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5587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1" marL="11174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2" marL="16765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3" marL="22352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4" marL="279396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7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480983A1-5397-462B-90D4-7D66DF6DB599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1689120" y="1778040"/>
            <a:ext cx="21005280" cy="10159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8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AC26E899-9512-4E73-9B7F-E2BB03BE4593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15300360" y="7048440"/>
            <a:ext cx="8324640" cy="55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5760800" y="863640"/>
            <a:ext cx="7403760" cy="74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-990720" y="1130400"/>
            <a:ext cx="17201880" cy="11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9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89265079-52AE-4338-AC10-D4C2A49BA975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-50760" y="-1270080"/>
            <a:ext cx="24485400" cy="1632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0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5ACEE4A5-A58F-42BD-A863-C0E1583A3956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7F48895D-612E-4212-AB44-649A1C77ABC3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线条"/>
          <p:cNvSpPr/>
          <p:nvPr/>
        </p:nvSpPr>
        <p:spPr>
          <a:xfrm>
            <a:off x="592920" y="880920"/>
            <a:ext cx="23197680" cy="0"/>
          </a:xfrm>
          <a:prstGeom prst="line">
            <a:avLst/>
          </a:prstGeom>
          <a:ln w="12700">
            <a:solidFill>
              <a:srgbClr val="9292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4400" spc="-1" strike="noStrike">
              <a:solidFill>
                <a:srgbClr val="0096ff"/>
              </a:solidFill>
              <a:latin typeface="Helvetica Neue"/>
              <a:ea typeface="Helvetica Neue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6320" y="-655200"/>
            <a:ext cx="21225240" cy="2220840"/>
          </a:xfrm>
          <a:prstGeom prst="rect">
            <a:avLst/>
          </a:prstGeom>
          <a:noFill/>
          <a:ln w="12600">
            <a:noFill/>
          </a:ln>
        </p:spPr>
        <p:txBody>
          <a:bodyPr lIns="80640" rIns="80640" tIns="80640" bIns="80640" anchor="ctr">
            <a:noAutofit/>
          </a:bodyPr>
          <a:p>
            <a:pPr indent="0" defTabSz="8701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600" spc="-1" strike="noStrike">
                <a:solidFill>
                  <a:srgbClr val="929292"/>
                </a:solidFill>
                <a:latin typeface="Helvetica Neue"/>
                <a:ea typeface="Helvetica Neue"/>
              </a:rPr>
              <a:t>标题文本</a:t>
            </a:r>
            <a:endParaRPr b="0" lang="en-US" sz="5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2592000" y="2368800"/>
            <a:ext cx="19202760" cy="11346840"/>
          </a:xfrm>
          <a:prstGeom prst="rect">
            <a:avLst/>
          </a:prstGeom>
          <a:noFill/>
          <a:ln w="12600">
            <a:noFill/>
          </a:ln>
        </p:spPr>
        <p:txBody>
          <a:bodyPr lIns="80640" rIns="80640" tIns="80640" bIns="80640" anchor="t">
            <a:noAutofit/>
          </a:bodyPr>
          <a:p>
            <a:pPr marL="130680" indent="-824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zh-CN" sz="4800" spc="-1" strike="noStrike">
                <a:solidFill>
                  <a:srgbClr val="424242"/>
                </a:solidFill>
                <a:latin typeface="Arial"/>
                <a:ea typeface="Arial"/>
              </a:rPr>
              <a:t>正文级别 </a:t>
            </a:r>
            <a:r>
              <a:rPr b="0" lang="en-US" sz="4800" spc="-1" strike="noStrike">
                <a:solidFill>
                  <a:srgbClr val="424242"/>
                </a:solidFill>
                <a:latin typeface="Arial"/>
                <a:ea typeface="Arial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2"/>
          </p:nvPr>
        </p:nvSpPr>
        <p:spPr>
          <a:xfrm>
            <a:off x="12085560" y="13161960"/>
            <a:ext cx="303120" cy="2790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ffffff"/>
                </a:solidFill>
                <a:latin typeface="Verdana"/>
                <a:ea typeface="Verdana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77EA4436-C782-4503-BF23-90529F70A43B}" type="slidenum">
              <a:rPr b="0" lang="en-US" sz="1800" spc="-1" strike="noStrike">
                <a:solidFill>
                  <a:srgbClr val="ffffff"/>
                </a:solidFill>
                <a:latin typeface="Verdana"/>
                <a:ea typeface="Verdana"/>
              </a:rPr>
              <a:t>&lt;编号&gt;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7016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060" spc="-1" strike="noStrike" u="sng">
                <a:solidFill>
                  <a:srgbClr val="000000"/>
                </a:solidFill>
                <a:uFillTx/>
                <a:latin typeface="Helvetica Neue"/>
                <a:ea typeface="Helvetica Neue"/>
              </a:rPr>
              <a:t>作者和日期</a:t>
            </a:r>
            <a:endParaRPr b="0" lang="en-US" sz="306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zh-CN" sz="11600" spc="-233" strike="noStrike">
                <a:solidFill>
                  <a:srgbClr val="000000"/>
                </a:solidFill>
                <a:latin typeface="Helvetica Neue"/>
                <a:ea typeface="Helvetica Neue"/>
              </a:rPr>
              <a:t>演示文稿标题</a:t>
            </a:r>
            <a:endParaRPr b="0" lang="en-US" sz="11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201320" y="7223040"/>
            <a:ext cx="21970800" cy="1904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5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演示文稿副标题</a:t>
            </a: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77" name="Line"/>
          <p:cNvSpPr/>
          <p:nvPr/>
        </p:nvSpPr>
        <p:spPr>
          <a:xfrm>
            <a:off x="516960" y="1257120"/>
            <a:ext cx="23315760" cy="0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78" name="Table"/>
          <p:cNvGraphicFramePr/>
          <p:nvPr/>
        </p:nvGraphicFramePr>
        <p:xfrm>
          <a:off x="57240" y="13373280"/>
          <a:ext cx="35204400" cy="512640"/>
        </p:xfrm>
        <a:graphic>
          <a:graphicData uri="http://schemas.openxmlformats.org/drawingml/2006/table">
            <a:tbl>
              <a:tblPr/>
              <a:tblGrid>
                <a:gridCol w="11734920"/>
                <a:gridCol w="11734920"/>
                <a:gridCol w="11734920"/>
              </a:tblGrid>
              <a:tr h="512640"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en-US" sz="2200" spc="-1" strike="noStrike">
                        <a:solidFill>
                          <a:srgbClr val="606060"/>
                        </a:solidFill>
                        <a:latin typeface="Helvetica Neue Light"/>
                        <a:ea typeface="Helvetica Neue Light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3"/>
          </p:nvPr>
        </p:nvSpPr>
        <p:spPr>
          <a:xfrm>
            <a:off x="11469960" y="9605520"/>
            <a:ext cx="334080" cy="33804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F42C001E-3DE5-496A-8DC2-C4CD34320ABD}" type="slidenum">
              <a:rPr b="0" lang="en-US" sz="12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2"/>
          <p:cNvSpPr/>
          <p:nvPr/>
        </p:nvSpPr>
        <p:spPr>
          <a:xfrm>
            <a:off x="399960" y="914400"/>
            <a:ext cx="1211544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85" name="文字方塊 3"/>
          <p:cNvSpPr/>
          <p:nvPr/>
        </p:nvSpPr>
        <p:spPr>
          <a:xfrm>
            <a:off x="399960" y="349560"/>
            <a:ext cx="1129644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J51x  EVT HSG Discoloration FACA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" name="直線接點 7"/>
          <p:cNvCxnSpPr/>
          <p:nvPr/>
        </p:nvCxnSpPr>
        <p:spPr>
          <a:xfrm>
            <a:off x="1352520" y="457200"/>
            <a:ext cx="360" cy="324000"/>
          </a:xfrm>
          <a:prstGeom prst="straightConnector1">
            <a:avLst/>
          </a:prstGeom>
          <a:ln w="38100">
            <a:solidFill>
              <a:srgbClr val="ffffff">
                <a:lumMod val="50000"/>
              </a:srgbClr>
            </a:solidFill>
            <a:miter/>
          </a:ln>
        </p:spPr>
      </p:cxnSp>
      <p:sp>
        <p:nvSpPr>
          <p:cNvPr id="87" name="文字方塊 10"/>
          <p:cNvSpPr/>
          <p:nvPr/>
        </p:nvSpPr>
        <p:spPr>
          <a:xfrm>
            <a:off x="636840" y="13590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Problem Statement: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problem}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" name="直線接點 12"/>
          <p:cNvCxnSpPr/>
          <p:nvPr/>
        </p:nvCxnSpPr>
        <p:spPr>
          <a:xfrm>
            <a:off x="399960" y="257976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89" name="文字方塊 13"/>
          <p:cNvSpPr/>
          <p:nvPr/>
        </p:nvSpPr>
        <p:spPr>
          <a:xfrm>
            <a:off x="636840" y="293724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Containment: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list of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接點 14"/>
          <p:cNvCxnSpPr/>
          <p:nvPr/>
        </p:nvCxnSpPr>
        <p:spPr>
          <a:xfrm>
            <a:off x="399960" y="435960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1" name="文字方塊 15"/>
          <p:cNvSpPr/>
          <p:nvPr/>
        </p:nvSpPr>
        <p:spPr>
          <a:xfrm>
            <a:off x="636840" y="476064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Failure 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failure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2" name="直線接點 16"/>
          <p:cNvCxnSpPr/>
          <p:nvPr/>
        </p:nvCxnSpPr>
        <p:spPr>
          <a:xfrm>
            <a:off x="399960" y="622116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3" name="文字方塊 17"/>
          <p:cNvSpPr/>
          <p:nvPr/>
        </p:nvSpPr>
        <p:spPr>
          <a:xfrm>
            <a:off x="636840" y="6746040"/>
            <a:ext cx="11642040" cy="1930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Cause: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Escape: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escape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escape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接點 18"/>
          <p:cNvCxnSpPr/>
          <p:nvPr/>
        </p:nvCxnSpPr>
        <p:spPr>
          <a:xfrm>
            <a:off x="399960" y="1023768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5" name="文字方塊 19"/>
          <p:cNvSpPr/>
          <p:nvPr/>
        </p:nvSpPr>
        <p:spPr>
          <a:xfrm>
            <a:off x="636840" y="108072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Corrective Actions &amp; Closure: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list of corrective actions}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矩形 20"/>
          <p:cNvSpPr/>
          <p:nvPr/>
        </p:nvSpPr>
        <p:spPr>
          <a:xfrm>
            <a:off x="12720960" y="914400"/>
            <a:ext cx="1125252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97" name="文字方塊 21"/>
          <p:cNvSpPr/>
          <p:nvPr/>
        </p:nvSpPr>
        <p:spPr>
          <a:xfrm>
            <a:off x="12963240" y="1049760"/>
            <a:ext cx="10767960" cy="405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文字方塊 22"/>
          <p:cNvSpPr/>
          <p:nvPr/>
        </p:nvSpPr>
        <p:spPr>
          <a:xfrm>
            <a:off x="20231280" y="219600"/>
            <a:ext cx="3742200" cy="55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FACA </a:t>
            </a:r>
            <a:r>
              <a:rPr b="1" lang="zh-CN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模板一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26649</TotalTime>
  <Application>PPT_Plus/1.0.0.0$Windows_X86_64 LibreOffice_project/</Application>
  <AppVersion>15.0000</AppVersion>
  <Words>450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2023-05-08T00:43:29Z</dcterms:created>
  <dc:creator>夏俊明Jamy</dc:creator>
  <dc:description/>
  <dc:language>zh-CN</dc:language>
  <cp:lastModifiedBy/>
  <dcterms:modified xsi:type="dcterms:W3CDTF">2026-05-11T15:03:54Z</dcterms:modified>
  <cp:revision>1007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1233FC2158BDED7B27DE41642CCEB39E_42</vt:lpwstr>
  </property>
  <property fmtid="{D5CDD505-2E9C-101B-9397-08002B2CF9AE}" pid="3" name="KSOProductBuildVer">
    <vt:lpwstr>2052-5.2.1.7798</vt:lpwstr>
  </property>
  <property fmtid="{D5CDD505-2E9C-101B-9397-08002B2CF9AE}" pid="4" name="Notes">
    <vt:i4>4</vt:i4>
  </property>
  <property fmtid="{D5CDD505-2E9C-101B-9397-08002B2CF9AE}" pid="5" name="PresentationFormat">
    <vt:lpwstr>Custom</vt:lpwstr>
  </property>
  <property fmtid="{D5CDD505-2E9C-101B-9397-08002B2CF9AE}" pid="6" name="Slides">
    <vt:i4>4</vt:i4>
  </property>
</Properties>
</file>