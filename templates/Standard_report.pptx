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345" r:id="rId3"/>
  </p:sldIdLst>
  <p:sldSz cx="24384000" cy="13716000"/>
  <p:notesSz cx="6858000" cy="9144000"/>
  <p:custDataLst>
    <p:tags r:id="rId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marL="0" marR="0" indent="457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marL="0" marR="0" indent="914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marL="0" marR="0" indent="1371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marL="0" marR="0" indent="18288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marL="0" marR="0" indent="22860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marL="0" marR="0" indent="27432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marL="0" marR="0" indent="32004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marL="0" marR="0" indent="365760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30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defaultTextStyle>
  <p:extLst>
    <p:ext uri="{521415D9-36F7-43E2-AB2F-B90AF26B5E84}">
      <p14:sectionLst xmlns:p14="http://schemas.microsoft.com/office/powerpoint/2010/main">
        <p14:section name="預設章節" id="{DD079A79-2807-43D9-96A4-80B2D3D76F63}">
          <p14:sldIdLst>
            <p14:sldId id="345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80FF"/>
    <a:srgbClr val="0000FF"/>
    <a:srgbClr val="FF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C3C2611-4C71-4FC5-86AE-919BDF0F9419}" styleName="">
    <a:wholeTbl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69"/>
            </a:schemeClr>
          </a:solidFill>
        </a:fill>
      </a:tcStyle>
    </a:firstCol>
    <a:lastRow>
      <a:tcTxStyle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69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36" autoAdjust="0"/>
    <p:restoredTop sz="96391" autoAdjust="0"/>
  </p:normalViewPr>
  <p:slideViewPr>
    <p:cSldViewPr snapToGrid="0">
      <p:cViewPr varScale="1">
        <p:scale>
          <a:sx n="63" d="100"/>
          <a:sy n="63" d="100"/>
        </p:scale>
        <p:origin x="106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ableStyles" Target="tableStyles.xml"/><Relationship Id="rId9" Type="http://schemas.openxmlformats.org/officeDocument/2006/relationships/tags" Target="tags/tag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210" name="Shape 2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Helvetica Neue" panose="02000503000000020004"/>
        <a:ea typeface="Helvetica Neue" panose="02000503000000020004"/>
        <a:cs typeface="Helvetica Neue" panose="02000503000000020004"/>
        <a:sym typeface="Helvetica Neue" panose="020005030000000200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7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>
            <a:spLocks noGrp="1"/>
          </p:cNvSpPr>
          <p:nvPr>
            <p:ph type="pic" sz="half" idx="21"/>
          </p:nvPr>
        </p:nvSpPr>
        <p:spPr>
          <a:xfrm>
            <a:off x="10960100" y="3149600"/>
            <a:ext cx="13944600" cy="92964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7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689100" y="3149600"/>
            <a:ext cx="10223500" cy="9296400"/>
          </a:xfrm>
          <a:prstGeom prst="rect">
            <a:avLst/>
          </a:prstGeom>
        </p:spPr>
        <p:txBody>
          <a:bodyPr/>
          <a:lstStyle>
            <a:lvl1pPr marL="558800" indent="-558800">
              <a:spcBef>
                <a:spcPts val="4500"/>
              </a:spcBef>
              <a:defRPr sz="3800"/>
            </a:lvl1pPr>
            <a:lvl2pPr marL="1117600" indent="-558800">
              <a:spcBef>
                <a:spcPts val="4500"/>
              </a:spcBef>
              <a:defRPr sz="3800"/>
            </a:lvl2pPr>
            <a:lvl3pPr marL="1676400" indent="-558800">
              <a:spcBef>
                <a:spcPts val="4500"/>
              </a:spcBef>
              <a:defRPr sz="3800"/>
            </a:lvl3pPr>
            <a:lvl4pPr marL="2235200" indent="-558800">
              <a:spcBef>
                <a:spcPts val="4500"/>
              </a:spcBef>
              <a:defRPr sz="3800"/>
            </a:lvl4pPr>
            <a:lvl5pPr marL="2794000" indent="-558800">
              <a:spcBef>
                <a:spcPts val="4500"/>
              </a:spcBef>
              <a:defRPr sz="3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689100" y="1778000"/>
            <a:ext cx="21005800" cy="10160000"/>
          </a:xfrm>
          <a:prstGeom prst="rect">
            <a:avLst/>
          </a:prstGeom>
        </p:spPr>
        <p:txBody>
          <a:bodyPr/>
          <a:lstStyle>
            <a:lvl1pPr>
              <a:defRPr sz="4800"/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andy path between two hills leading to the ocean"/>
          <p:cNvSpPr>
            <a:spLocks noGrp="1"/>
          </p:cNvSpPr>
          <p:nvPr>
            <p:ph type="pic" sz="quarter" idx="21"/>
          </p:nvPr>
        </p:nvSpPr>
        <p:spPr>
          <a:xfrm>
            <a:off x="15300325" y="7048500"/>
            <a:ext cx="8324850" cy="55499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Heron flying low over a beach with a short fence in the foreground"/>
          <p:cNvSpPr>
            <a:spLocks noGrp="1"/>
          </p:cNvSpPr>
          <p:nvPr>
            <p:ph type="pic" sz="quarter" idx="22"/>
          </p:nvPr>
        </p:nvSpPr>
        <p:spPr>
          <a:xfrm>
            <a:off x="15760700" y="863600"/>
            <a:ext cx="7404100" cy="7404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View of beach and sea from a grassy sand dune"/>
          <p:cNvSpPr>
            <a:spLocks noGrp="1"/>
          </p:cNvSpPr>
          <p:nvPr>
            <p:ph type="pic" idx="23"/>
          </p:nvPr>
        </p:nvSpPr>
        <p:spPr>
          <a:xfrm>
            <a:off x="-990600" y="1130300"/>
            <a:ext cx="17202150" cy="114681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View of beach and sea from a grassy sand dune"/>
          <p:cNvSpPr>
            <a:spLocks noGrp="1"/>
          </p:cNvSpPr>
          <p:nvPr>
            <p:ph type="pic" idx="21"/>
          </p:nvPr>
        </p:nvSpPr>
        <p:spPr>
          <a:xfrm>
            <a:off x="-50800" y="-1270000"/>
            <a:ext cx="24485600" cy="1632373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預設簡報設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线条"/>
          <p:cNvSpPr/>
          <p:nvPr/>
        </p:nvSpPr>
        <p:spPr>
          <a:xfrm>
            <a:off x="593095" y="881059"/>
            <a:ext cx="23197810" cy="1"/>
          </a:xfrm>
          <a:prstGeom prst="line">
            <a:avLst/>
          </a:prstGeom>
          <a:ln w="12700">
            <a:solidFill>
              <a:srgbClr val="929292"/>
            </a:solidFill>
          </a:ln>
        </p:spPr>
        <p:txBody>
          <a:bodyPr lIns="45718" tIns="45718" rIns="45718" bIns="45718"/>
          <a:lstStyle/>
          <a:p>
            <a:pPr algn="l">
              <a:defRPr sz="4400" b="0">
                <a:solidFill>
                  <a:srgbClr val="0096FF"/>
                </a:solidFill>
              </a:defRPr>
            </a:pPr>
            <a:endParaRPr dirty="0"/>
          </a:p>
        </p:txBody>
      </p:sp>
      <p:sp>
        <p:nvSpPr>
          <p:cNvPr id="118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16381" y="-655236"/>
            <a:ext cx="21225641" cy="2221043"/>
          </a:xfrm>
          <a:prstGeom prst="rect">
            <a:avLst/>
          </a:prstGeom>
        </p:spPr>
        <p:txBody>
          <a:bodyPr lIns="80642" tIns="80642" rIns="80642" bIns="80642"/>
          <a:lstStyle>
            <a:lvl1pPr marR="48895" indent="48895" algn="l" defTabSz="869950">
              <a:defRPr sz="5600">
                <a:solidFill>
                  <a:srgbClr val="929292"/>
                </a:solidFill>
                <a:uFill>
                  <a:solidFill>
                    <a:srgbClr val="929292"/>
                  </a:solidFill>
                </a:u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</a:lstStyle>
          <a:p>
            <a:r>
              <a:t>标题文本</a:t>
            </a:r>
          </a:p>
        </p:txBody>
      </p:sp>
      <p:sp>
        <p:nvSpPr>
          <p:cNvPr id="119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2592143" y="2368879"/>
            <a:ext cx="19203077" cy="11347126"/>
          </a:xfrm>
          <a:prstGeom prst="rect">
            <a:avLst/>
          </a:prstGeom>
        </p:spPr>
        <p:txBody>
          <a:bodyPr lIns="80642" tIns="80642" rIns="80642" bIns="80642" anchor="t"/>
          <a:lstStyle>
            <a:lvl1pPr marL="130810" marR="48895" indent="-82550" defTabSz="869950">
              <a:spcBef>
                <a:spcPts val="500"/>
              </a:spcBef>
              <a:buSzTx/>
              <a:buNone/>
              <a:defRPr sz="48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130810" marR="48895" indent="48260" defTabSz="869950">
              <a:spcBef>
                <a:spcPts val="500"/>
              </a:spcBef>
              <a:buSzTx/>
              <a:buNone/>
              <a:defRPr sz="48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0810" marR="48895" indent="48260" defTabSz="869950">
              <a:spcBef>
                <a:spcPts val="500"/>
              </a:spcBef>
              <a:buSzTx/>
              <a:buNone/>
              <a:defRPr sz="48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30810" marR="48895" indent="48260" defTabSz="869950">
              <a:spcBef>
                <a:spcPts val="500"/>
              </a:spcBef>
              <a:buSzTx/>
              <a:buNone/>
              <a:defRPr sz="48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130810" marR="48895" indent="48260" defTabSz="869950">
              <a:spcBef>
                <a:spcPts val="500"/>
              </a:spcBef>
              <a:buSzTx/>
              <a:buNone/>
              <a:defRPr sz="4800">
                <a:solidFill>
                  <a:srgbClr val="424242"/>
                </a:solidFill>
                <a:uFill>
                  <a:solidFill>
                    <a:srgbClr val="424242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</a:lstStyle>
          <a:p>
            <a:r>
              <a:t>正文级别 1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20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85732" y="13162033"/>
            <a:ext cx="303363" cy="279401"/>
          </a:xfrm>
          <a:prstGeom prst="rect">
            <a:avLst/>
          </a:prstGeom>
        </p:spPr>
        <p:txBody>
          <a:bodyPr lIns="0" tIns="0" rIns="0" bIns="0" anchor="b"/>
          <a:lstStyle>
            <a:lvl1pPr defTabSz="584200">
              <a:defRPr sz="18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 anchor="t"/>
          <a:lstStyle>
            <a:lvl1pPr marL="0" indent="0" defTabSz="701675">
              <a:spcBef>
                <a:spcPts val="0"/>
              </a:spcBef>
              <a:buSzTx/>
              <a:buNone/>
              <a:tabLst>
                <a:tab pos="711200" algn="l"/>
              </a:tabLst>
              <a:defRPr sz="3060" u="sng"/>
            </a:lvl1pPr>
          </a:lstStyle>
          <a:p>
            <a:r>
              <a:t>作者和日期</a:t>
            </a:r>
          </a:p>
        </p:txBody>
      </p:sp>
      <p:sp>
        <p:nvSpPr>
          <p:cNvPr id="128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 algn="l" defTabSz="2438400">
              <a:lnSpc>
                <a:spcPct val="80000"/>
              </a:lnSpc>
              <a:defRPr sz="11600" b="1" spc="-232"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9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 anchor="t"/>
          <a:lstStyle>
            <a:lvl1pPr marL="0" indent="0">
              <a:spcBef>
                <a:spcPts val="0"/>
              </a:spcBef>
              <a:buSzTx/>
              <a:buNone/>
              <a:defRPr sz="5500" b="1"/>
            </a:lvl1pPr>
            <a:lvl2pPr marL="0" indent="457200">
              <a:spcBef>
                <a:spcPts val="0"/>
              </a:spcBef>
              <a:buSzTx/>
              <a:buNone/>
              <a:defRPr sz="5500" b="1"/>
            </a:lvl2pPr>
            <a:lvl3pPr marL="0" indent="914400">
              <a:spcBef>
                <a:spcPts val="0"/>
              </a:spcBef>
              <a:buSzTx/>
              <a:buNone/>
              <a:defRPr sz="5500" b="1"/>
            </a:lvl3pPr>
            <a:lvl4pPr marL="0" indent="1371600">
              <a:spcBef>
                <a:spcPts val="0"/>
              </a:spcBef>
              <a:buSzTx/>
              <a:buNone/>
              <a:defRPr sz="5500" b="1"/>
            </a:lvl4pPr>
            <a:lvl5pPr marL="0" indent="1828800"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"/>
          <p:cNvSpPr/>
          <p:nvPr/>
        </p:nvSpPr>
        <p:spPr>
          <a:xfrm>
            <a:off x="-95252" y="13392150"/>
            <a:ext cx="24517354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defTabSz="819150">
              <a:defRPr sz="48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dirty="0"/>
          </a:p>
        </p:txBody>
      </p:sp>
      <p:sp>
        <p:nvSpPr>
          <p:cNvPr id="142" name="Line"/>
          <p:cNvSpPr/>
          <p:nvPr/>
        </p:nvSpPr>
        <p:spPr>
          <a:xfrm>
            <a:off x="517055" y="1257299"/>
            <a:ext cx="23315960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68578" tIns="68578" rIns="68578" bIns="68578"/>
          <a:lstStyle/>
          <a:p>
            <a:pPr algn="l" defTabSz="819150">
              <a:defRPr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pPr>
            <a:endParaRPr dirty="0"/>
          </a:p>
        </p:txBody>
      </p:sp>
      <p:graphicFrame>
        <p:nvGraphicFramePr>
          <p:cNvPr id="143" name="Table"/>
          <p:cNvGraphicFramePr/>
          <p:nvPr/>
        </p:nvGraphicFramePr>
        <p:xfrm>
          <a:off x="57148" y="13373100"/>
          <a:ext cx="35217529" cy="525664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11734943"/>
                <a:gridCol w="11734943"/>
                <a:gridCol w="11734943"/>
              </a:tblGrid>
              <a:tr h="512963">
                <a:tc>
                  <a:txBody>
                    <a:bodyPr/>
                    <a:lstStyle/>
                    <a:p>
                      <a:pPr algn="l" defTabSz="1371600">
                        <a:tabLst>
                          <a:tab pos="1295400" algn="l"/>
                        </a:tabLst>
                        <a:defRPr sz="220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Page</a:t>
                      </a:r>
                      <a:endParaRPr sz="22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22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Apple Confidential</a:t>
                      </a:r>
                      <a:endParaRPr sz="22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44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66798" y="190498"/>
            <a:ext cx="22250404" cy="1066803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t>标题文本</a:t>
            </a:r>
          </a:p>
        </p:txBody>
      </p:sp>
      <p:sp>
        <p:nvSpPr>
          <p:cNvPr id="145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66798" y="1543048"/>
            <a:ext cx="22250404" cy="11239503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4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469884" y="9605622"/>
            <a:ext cx="334570" cy="338480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200">
                <a:solidFill>
                  <a:srgbClr val="606060"/>
                </a:solidFill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defTabSz="819150">
              <a:defRPr sz="48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dirty="0"/>
          </a:p>
        </p:txBody>
      </p:sp>
      <p:sp>
        <p:nvSpPr>
          <p:cNvPr id="154" name="Line"/>
          <p:cNvSpPr/>
          <p:nvPr/>
        </p:nvSpPr>
        <p:spPr>
          <a:xfrm>
            <a:off x="517058" y="1257300"/>
            <a:ext cx="23315955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68578" tIns="68578" rIns="68578" bIns="68578"/>
          <a:lstStyle/>
          <a:p>
            <a:pPr algn="l" defTabSz="819150">
              <a:defRPr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pPr>
            <a:endParaRPr dirty="0"/>
          </a:p>
        </p:txBody>
      </p:sp>
      <p:graphicFrame>
        <p:nvGraphicFramePr>
          <p:cNvPr id="155" name="Table"/>
          <p:cNvGraphicFramePr/>
          <p:nvPr/>
        </p:nvGraphicFramePr>
        <p:xfrm>
          <a:off x="57150" y="13373100"/>
          <a:ext cx="24288750" cy="36195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53625">
                <a:tc>
                  <a:txBody>
                    <a:bodyPr/>
                    <a:lstStyle/>
                    <a:p>
                      <a:pPr algn="l" defTabSz="1371600">
                        <a:tabLst>
                          <a:tab pos="1295400" algn="l"/>
                        </a:tabLst>
                        <a:defRPr sz="1800"/>
                      </a:pPr>
                      <a:r>
                        <a:rPr sz="14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11/8/2021</a:t>
                      </a:r>
                      <a:endParaRPr sz="14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Page</a:t>
                      </a:r>
                      <a:endParaRPr sz="14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r" defTabSz="1371600">
                        <a:tabLst>
                          <a:tab pos="1295400" algn="l"/>
                          <a:tab pos="10299700" algn="r"/>
                        </a:tabLst>
                        <a:defRPr sz="1800"/>
                      </a:pPr>
                      <a:r>
                        <a:rPr sz="14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Apple Confidential</a:t>
                      </a:r>
                      <a:endParaRPr sz="14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56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t>标题文本</a:t>
            </a:r>
          </a:p>
        </p:txBody>
      </p:sp>
      <p:sp>
        <p:nvSpPr>
          <p:cNvPr id="157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08261" y="13390957"/>
            <a:ext cx="362815" cy="363143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矩形"/>
          <p:cNvSpPr/>
          <p:nvPr/>
        </p:nvSpPr>
        <p:spPr>
          <a:xfrm>
            <a:off x="-88902" y="13398500"/>
            <a:ext cx="27076401" cy="4699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defTabSz="1238250">
              <a:defRPr sz="48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pPr>
            <a:endParaRPr dirty="0"/>
          </a:p>
        </p:txBody>
      </p:sp>
      <p:sp>
        <p:nvSpPr>
          <p:cNvPr id="166" name="线条"/>
          <p:cNvSpPr/>
          <p:nvPr/>
        </p:nvSpPr>
        <p:spPr>
          <a:xfrm>
            <a:off x="517058" y="1244599"/>
            <a:ext cx="23315954" cy="1"/>
          </a:xfrm>
          <a:prstGeom prst="line">
            <a:avLst/>
          </a:prstGeom>
          <a:ln w="3175">
            <a:solidFill>
              <a:srgbClr val="929292"/>
            </a:solidFill>
            <a:miter lim="400000"/>
          </a:ln>
        </p:spPr>
        <p:txBody>
          <a:bodyPr lIns="0" tIns="0" rIns="0" bIns="0"/>
          <a:lstStyle/>
          <a:p>
            <a:pPr algn="l" defTabSz="685800">
              <a:defRPr sz="1200" b="0">
                <a:latin typeface="Helvetica"/>
                <a:ea typeface="Helvetica"/>
                <a:cs typeface="Helvetica"/>
                <a:sym typeface="Helvetica"/>
              </a:defRPr>
            </a:pPr>
            <a:endParaRPr dirty="0"/>
          </a:p>
        </p:txBody>
      </p:sp>
      <p:graphicFrame>
        <p:nvGraphicFramePr>
          <p:cNvPr id="167" name="Table 1-1"/>
          <p:cNvGraphicFramePr/>
          <p:nvPr/>
        </p:nvGraphicFramePr>
        <p:xfrm>
          <a:off x="76197" y="13347700"/>
          <a:ext cx="24295101" cy="3683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7309"/>
                <a:gridCol w="8097309"/>
                <a:gridCol w="8097309"/>
              </a:tblGrid>
              <a:tr h="365125"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</a:tabLst>
                        <a:defRPr sz="120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defRPr>
                      </a:pPr>
                      <a:endParaRPr dirty="0"/>
                    </a:p>
                  </a:txBody>
                  <a:tcPr marL="50800" marR="50800" marT="50800" marB="50800" anchor="ctr" horzOverflow="overflow">
                    <a:lnL w="3175">
                      <a:miter lim="400000"/>
                    </a:lnL>
                    <a:lnR w="3175">
                      <a:miter lim="400000"/>
                    </a:lnR>
                    <a:lnT w="3175">
                      <a:miter lim="400000"/>
                    </a:lnT>
                    <a:lnB w="3175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Page</a:t>
                      </a:r>
                      <a:endParaRPr sz="12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lnL w="3175">
                      <a:miter lim="400000"/>
                    </a:lnL>
                    <a:lnR w="3175">
                      <a:miter lim="400000"/>
                    </a:lnR>
                    <a:lnT w="3175">
                      <a:miter lim="400000"/>
                    </a:lnT>
                    <a:lnB w="3175">
                      <a:miter lim="400000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defTabSz="914400">
                        <a:tabLst>
                          <a:tab pos="1943100" algn="l"/>
                          <a:tab pos="15468600" algn="r"/>
                        </a:tabLst>
                        <a:defRPr sz="1800"/>
                      </a:pPr>
                      <a:r>
                        <a:rPr sz="1200" dirty="0">
                          <a:solidFill>
                            <a:srgbClr val="606060"/>
                          </a:solidFill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Manufacturing Design - Apple Confidential</a:t>
                      </a:r>
                      <a:endParaRPr sz="1200" dirty="0">
                        <a:solidFill>
                          <a:srgbClr val="606060"/>
                        </a:solidFill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lnL w="3175">
                      <a:miter lim="400000"/>
                    </a:lnL>
                    <a:lnR w="3175">
                      <a:miter lim="400000"/>
                    </a:lnR>
                    <a:lnT w="3175">
                      <a:miter lim="400000"/>
                    </a:lnT>
                    <a:lnB w="3175">
                      <a:miter lim="400000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82709" y="13373100"/>
            <a:ext cx="283770" cy="287680"/>
          </a:xfrm>
          <a:prstGeom prst="rect">
            <a:avLst/>
          </a:prstGeom>
        </p:spPr>
        <p:txBody>
          <a:bodyPr>
            <a:normAutofit/>
          </a:bodyPr>
          <a:lstStyle>
            <a:lvl1pPr defTabSz="1238250">
              <a:defRPr sz="1200">
                <a:solidFill>
                  <a:srgbClr val="53585F"/>
                </a:solidFill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  <p:sp>
        <p:nvSpPr>
          <p:cNvPr id="169" name="NXX | Title Text: Subtitle Text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14941" y="292473"/>
            <a:ext cx="23320191" cy="93260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defTabSz="1238250">
              <a:spcBef>
                <a:spcPts val="0"/>
              </a:spcBef>
              <a:buSzTx/>
              <a:buNone/>
              <a:defRPr sz="54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pPr>
            <a:r>
              <a:t>NXX </a:t>
            </a:r>
            <a:r>
              <a:rPr>
                <a:solidFill>
                  <a:srgbClr val="444444"/>
                </a:solidFill>
                <a:latin typeface="Helvetica Neue UltraLight" panose="02000503000000020004"/>
                <a:ea typeface="Helvetica Neue UltraLight" panose="02000503000000020004"/>
                <a:cs typeface="Helvetica Neue UltraLight" panose="02000503000000020004"/>
                <a:sym typeface="Helvetica Neue UltraLight" panose="02000503000000020004"/>
              </a:rPr>
              <a:t>|</a:t>
            </a:r>
            <a:r>
              <a:rPr>
                <a:solidFill>
                  <a:srgbClr val="444444"/>
                </a:solidFill>
              </a:rPr>
              <a:t> </a:t>
            </a:r>
            <a:r>
              <a:rPr b="1">
                <a:solidFill>
                  <a:srgbClr val="444444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  <a:sym typeface="Helvetica Neue" panose="02000503000000020004"/>
              </a:rPr>
              <a:t>Title Text:</a:t>
            </a:r>
            <a:r>
              <a:rPr>
                <a:solidFill>
                  <a:srgbClr val="929292"/>
                </a:solidFill>
              </a:rPr>
              <a:t> Subtitle Text</a:t>
            </a:r>
            <a:endParaRPr>
              <a:solidFill>
                <a:srgbClr val="929292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 (Categori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"/>
          <p:cNvSpPr/>
          <p:nvPr/>
        </p:nvSpPr>
        <p:spPr>
          <a:xfrm>
            <a:off x="-95250" y="13392150"/>
            <a:ext cx="24517350" cy="457200"/>
          </a:xfrm>
          <a:prstGeom prst="rect">
            <a:avLst/>
          </a:prstGeom>
          <a:solidFill>
            <a:srgbClr val="D6D6D6"/>
          </a:solidFill>
          <a:ln w="12700">
            <a:miter lim="400000"/>
          </a:ln>
        </p:spPr>
        <p:txBody>
          <a:bodyPr lIns="76200" tIns="76200" rIns="76200" bIns="76200" anchor="ctr"/>
          <a:lstStyle/>
          <a:p>
            <a:pPr defTabSz="819150">
              <a:defRPr sz="48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 panose="020B0502020104020203"/>
                <a:ea typeface="Gill Sans" panose="020B0502020104020203"/>
                <a:cs typeface="Gill Sans" panose="020B0502020104020203"/>
                <a:sym typeface="Gill Sans" panose="020B0502020104020203"/>
              </a:defRPr>
            </a:pPr>
            <a:endParaRPr dirty="0"/>
          </a:p>
        </p:txBody>
      </p:sp>
      <p:sp>
        <p:nvSpPr>
          <p:cNvPr id="177" name="Line"/>
          <p:cNvSpPr/>
          <p:nvPr/>
        </p:nvSpPr>
        <p:spPr>
          <a:xfrm>
            <a:off x="517058" y="1257300"/>
            <a:ext cx="23315955" cy="0"/>
          </a:xfrm>
          <a:prstGeom prst="line">
            <a:avLst/>
          </a:prstGeom>
          <a:ln w="12700">
            <a:solidFill>
              <a:srgbClr val="929292"/>
            </a:solidFill>
            <a:miter lim="400000"/>
          </a:ln>
        </p:spPr>
        <p:txBody>
          <a:bodyPr lIns="68578" tIns="68578" rIns="68578" bIns="68578"/>
          <a:lstStyle/>
          <a:p>
            <a:pPr algn="l" defTabSz="819150">
              <a:defRPr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pPr>
            <a:endParaRPr dirty="0"/>
          </a:p>
        </p:txBody>
      </p:sp>
      <p:graphicFrame>
        <p:nvGraphicFramePr>
          <p:cNvPr id="178" name="Table"/>
          <p:cNvGraphicFramePr/>
          <p:nvPr/>
        </p:nvGraphicFramePr>
        <p:xfrm>
          <a:off x="57150" y="13373100"/>
          <a:ext cx="24288750" cy="36195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8092017"/>
                <a:gridCol w="8092017"/>
                <a:gridCol w="8092017"/>
              </a:tblGrid>
              <a:tr h="349250"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 dirty="0"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11/8/2021</a:t>
                      </a:r>
                      <a:endParaRPr sz="1200" dirty="0"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 dirty="0"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Page</a:t>
                      </a:r>
                      <a:endParaRPr sz="1200" dirty="0"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  <a:tc>
                  <a:txBody>
                    <a:bodyPr/>
                    <a:lstStyle/>
                    <a:p>
                      <a:pPr algn="l" defTabSz="819150">
                        <a:defRPr sz="1800"/>
                      </a:pPr>
                      <a:r>
                        <a:rPr sz="1200" dirty="0">
                          <a:latin typeface="Helvetica Neue Light" panose="02000503000000020004"/>
                          <a:ea typeface="Helvetica Neue Light" panose="02000503000000020004"/>
                          <a:cs typeface="Helvetica Neue Light" panose="02000503000000020004"/>
                        </a:rPr>
                        <a:t>Apple Confidential</a:t>
                      </a:r>
                      <a:endParaRPr sz="1200" dirty="0">
                        <a:latin typeface="Helvetica Neue Light" panose="02000503000000020004"/>
                        <a:ea typeface="Helvetica Neue Light" panose="02000503000000020004"/>
                        <a:cs typeface="Helvetica Neue Light" panose="02000503000000020004"/>
                      </a:endParaRPr>
                    </a:p>
                  </a:txBody>
                  <a:tcPr marL="50800" marR="50800" marT="50800" marB="50800" anchor="ctr" horzOverflow="overflow">
                    <a:noFill/>
                  </a:tcPr>
                </a:tc>
              </a:tr>
            </a:tbl>
          </a:graphicData>
        </a:graphic>
      </p:graphicFrame>
      <p:sp>
        <p:nvSpPr>
          <p:cNvPr id="17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066800" y="190500"/>
            <a:ext cx="22250400" cy="1066800"/>
          </a:xfrm>
          <a:prstGeom prst="rect">
            <a:avLst/>
          </a:prstGeom>
        </p:spPr>
        <p:txBody>
          <a:bodyPr lIns="76200" tIns="76200" rIns="76200" bIns="76200" anchor="t"/>
          <a:lstStyle>
            <a:lvl1pPr algn="l" defTabSz="819150">
              <a:defRPr sz="54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r>
              <a:t>标题文本</a:t>
            </a:r>
          </a:p>
        </p:txBody>
      </p:sp>
      <p:sp>
        <p:nvSpPr>
          <p:cNvPr id="180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66800" y="1543050"/>
            <a:ext cx="22250400" cy="11239500"/>
          </a:xfrm>
          <a:prstGeom prst="rect">
            <a:avLst/>
          </a:prstGeom>
        </p:spPr>
        <p:txBody>
          <a:bodyPr lIns="0" tIns="0" rIns="0" bIns="0" anchor="t"/>
          <a:lstStyle>
            <a:lvl1pPr marL="0" indent="0" defTabSz="819150">
              <a:lnSpc>
                <a:spcPct val="80000"/>
              </a:lnSpc>
              <a:spcBef>
                <a:spcPts val="1300"/>
              </a:spcBef>
              <a:buSzTx/>
              <a:buNone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  <a:lvl2pPr marL="666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2pPr>
            <a:lvl3pPr marL="1047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3pPr>
            <a:lvl4pPr marL="1428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4pPr>
            <a:lvl5pPr marL="1809750" indent="-285750" defTabSz="819150">
              <a:lnSpc>
                <a:spcPct val="80000"/>
              </a:lnSpc>
              <a:spcBef>
                <a:spcPts val="1300"/>
              </a:spcBef>
              <a:buSzPct val="75000"/>
              <a:buChar char="-"/>
              <a:defRPr sz="3600">
                <a:solidFill>
                  <a:srgbClr val="0096FF"/>
                </a:solidFill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81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408261" y="13390957"/>
            <a:ext cx="362815" cy="363143"/>
          </a:xfrm>
          <a:prstGeom prst="rect">
            <a:avLst/>
          </a:prstGeom>
        </p:spPr>
        <p:txBody>
          <a:bodyPr lIns="76200" tIns="76200" rIns="76200" bIns="76200" anchor="b"/>
          <a:lstStyle>
            <a:lvl1pPr defTabSz="819150">
              <a:defRPr sz="1400">
                <a:solidFill>
                  <a:srgbClr val="606060"/>
                </a:solidFill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Apple Confidential–Internal Use Only"/>
          <p:cNvSpPr txBox="1"/>
          <p:nvPr/>
        </p:nvSpPr>
        <p:spPr>
          <a:xfrm>
            <a:off x="21130623" y="13373100"/>
            <a:ext cx="3136603" cy="2286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tabLst>
                <a:tab pos="914400" algn="l"/>
              </a:tabLst>
              <a:defRPr sz="1500" b="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 defTabSz="914400"/>
            <a:r>
              <a:rPr dirty="0"/>
              <a:t>Apple Confidential–Internal Use Only</a:t>
            </a:r>
            <a:endParaRPr dirty="0"/>
          </a:p>
        </p:txBody>
      </p:sp>
      <p:sp>
        <p:nvSpPr>
          <p:cNvPr id="189" name="文本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95095863" y="58293000"/>
            <a:ext cx="22072601" cy="10160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>
              <a:spcBef>
                <a:spcPts val="6800"/>
              </a:spcBef>
              <a:buSzTx/>
              <a:buNone/>
              <a:defRPr sz="6000" b="1">
                <a:solidFill>
                  <a:srgbClr val="94A8B2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 </a:t>
            </a:r>
          </a:p>
        </p:txBody>
      </p:sp>
      <p:sp>
        <p:nvSpPr>
          <p:cNvPr id="190" name="文本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95097600" y="59423300"/>
            <a:ext cx="19291300" cy="2413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lvl1pPr marL="0" indent="0">
              <a:spcBef>
                <a:spcPts val="0"/>
              </a:spcBef>
              <a:buSzTx/>
              <a:buNone/>
              <a:defRPr sz="1600" spc="-8">
                <a:solidFill>
                  <a:srgbClr val="94A8B2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r>
              <a:t> </a:t>
            </a:r>
          </a:p>
        </p:txBody>
      </p:sp>
      <p:sp>
        <p:nvSpPr>
          <p:cNvPr id="19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2999" y="10972800"/>
            <a:ext cx="22098001" cy="138430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spcBef>
                <a:spcPts val="300"/>
              </a:spcBef>
              <a:defRPr sz="3600" spc="-72"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r>
              <a:t>标题文本</a:t>
            </a:r>
          </a:p>
        </p:txBody>
      </p:sp>
      <p:sp>
        <p:nvSpPr>
          <p:cNvPr id="19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142999" y="2743200"/>
            <a:ext cx="22098001" cy="82296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Clr>
                <a:srgbClr val="FFFFFF">
                  <a:alpha val="0"/>
                </a:srgbClr>
              </a:buClr>
              <a:buSzPct val="25000"/>
              <a:defRPr sz="10000" b="1" spc="-200">
                <a:latin typeface="Helvetica"/>
                <a:ea typeface="Helvetica"/>
                <a:cs typeface="Helvetica"/>
                <a:sym typeface="Helvetica"/>
              </a:defRPr>
            </a:lvl1pPr>
            <a:lvl2pPr marL="0" indent="0">
              <a:spcBef>
                <a:spcPts val="1000"/>
              </a:spcBef>
              <a:buClr>
                <a:srgbClr val="FFFFFF">
                  <a:alpha val="0"/>
                </a:srgbClr>
              </a:buClr>
              <a:buSzPct val="25000"/>
              <a:defRPr sz="10000" spc="-200">
                <a:latin typeface="SF Hello Regular"/>
                <a:ea typeface="SF Hello Regular"/>
                <a:cs typeface="SF Hello Regular"/>
                <a:sym typeface="SF Hello Regular"/>
              </a:defRPr>
            </a:lvl2pPr>
            <a:lvl3pPr marL="76200" indent="-76200">
              <a:spcBef>
                <a:spcPts val="300"/>
              </a:spcBef>
              <a:buClr>
                <a:srgbClr val="FFFFFF">
                  <a:alpha val="0"/>
                </a:srgbClr>
              </a:buClr>
              <a:buSzPct val="25000"/>
              <a:defRPr sz="3200" spc="-64">
                <a:latin typeface="SF Hello Regular"/>
                <a:ea typeface="SF Hello Regular"/>
                <a:cs typeface="SF Hello Regular"/>
                <a:sym typeface="SF Hello Regular"/>
              </a:defRPr>
            </a:lvl3pPr>
            <a:lvl4pPr marL="76200" indent="-76200">
              <a:spcBef>
                <a:spcPts val="300"/>
              </a:spcBef>
              <a:buClr>
                <a:srgbClr val="FFFFFF">
                  <a:alpha val="0"/>
                </a:srgbClr>
              </a:buClr>
              <a:buSzPct val="25000"/>
              <a:defRPr sz="3200" spc="-64">
                <a:latin typeface="SF Hello Regular"/>
                <a:ea typeface="SF Hello Regular"/>
                <a:cs typeface="SF Hello Regular"/>
                <a:sym typeface="SF Hello Regular"/>
              </a:defRPr>
            </a:lvl4pPr>
            <a:lvl5pPr marL="76200" indent="-76200">
              <a:spcBef>
                <a:spcPts val="300"/>
              </a:spcBef>
              <a:buClr>
                <a:srgbClr val="FFFFFF">
                  <a:alpha val="0"/>
                </a:srgbClr>
              </a:buClr>
              <a:buSzPct val="25000"/>
              <a:defRPr sz="3200" spc="-64">
                <a:latin typeface="SF Hello Regular"/>
                <a:ea typeface="SF Hello Regular"/>
                <a:cs typeface="SF Hello Regular"/>
                <a:sym typeface="SF Hello Regular"/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pic>
        <p:nvPicPr>
          <p:cNvPr id="193" name="160927 Apple Logo Black JB.ai" descr="160927 Apple Logo Black JB.ai"/>
          <p:cNvPicPr>
            <a:picLocks noChangeAspect="1"/>
          </p:cNvPicPr>
          <p:nvPr/>
        </p:nvPicPr>
        <p:blipFill>
          <a:blip r:embed="rId2" cstate="email"/>
          <a:stretch>
            <a:fillRect/>
          </a:stretch>
        </p:blipFill>
        <p:spPr>
          <a:xfrm>
            <a:off x="943463" y="877653"/>
            <a:ext cx="1320549" cy="132054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966211" y="13042900"/>
            <a:ext cx="326195" cy="330200"/>
          </a:xfrm>
          <a:prstGeom prst="rect">
            <a:avLst/>
          </a:prstGeom>
        </p:spPr>
        <p:txBody>
          <a:bodyPr/>
          <a:lstStyle>
            <a:lvl1pPr algn="r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 defTabSz="914400"/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Apple Confidential–Internal Use Only"/>
          <p:cNvSpPr txBox="1"/>
          <p:nvPr/>
        </p:nvSpPr>
        <p:spPr>
          <a:xfrm>
            <a:off x="21130623" y="13373100"/>
            <a:ext cx="3136603" cy="228600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>
            <a:spAutoFit/>
          </a:bodyPr>
          <a:lstStyle>
            <a:lvl1pPr algn="r">
              <a:tabLst>
                <a:tab pos="914400" algn="l"/>
              </a:tabLst>
              <a:defRPr sz="1500" b="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 defTabSz="914400"/>
            <a:r>
              <a:rPr dirty="0"/>
              <a:t>Apple Confidential–Internal Use Only</a:t>
            </a:r>
            <a:endParaRPr dirty="0"/>
          </a:p>
        </p:txBody>
      </p:sp>
      <p:sp>
        <p:nvSpPr>
          <p:cNvPr id="202" name="reliability engineering"/>
          <p:cNvSpPr txBox="1"/>
          <p:nvPr/>
        </p:nvSpPr>
        <p:spPr>
          <a:xfrm>
            <a:off x="214165" y="13373100"/>
            <a:ext cx="19291301" cy="22860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b">
            <a:spAutoFit/>
          </a:bodyPr>
          <a:lstStyle>
            <a:lvl1pPr algn="l">
              <a:tabLst>
                <a:tab pos="914400" algn="l"/>
              </a:tabLst>
              <a:defRPr sz="1500" b="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 defTabSz="914400"/>
            <a:r>
              <a:rPr dirty="0"/>
              <a:t>reliability engineering</a:t>
            </a:r>
            <a:endParaRPr dirty="0"/>
          </a:p>
        </p:txBody>
      </p:sp>
      <p:sp>
        <p:nvSpPr>
          <p:cNvPr id="20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23963833" y="13042900"/>
            <a:ext cx="326195" cy="330200"/>
          </a:xfrm>
          <a:prstGeom prst="rect">
            <a:avLst/>
          </a:prstGeom>
        </p:spPr>
        <p:txBody>
          <a:bodyPr/>
          <a:lstStyle>
            <a:lvl1pPr algn="r">
              <a:tabLst>
                <a:tab pos="914400" algn="l"/>
              </a:tabLst>
              <a:defRPr sz="1500">
                <a:solidFill>
                  <a:srgbClr val="87939D"/>
                </a:solidFill>
                <a:latin typeface="SF Hello Regular"/>
                <a:ea typeface="SF Hello Regular"/>
                <a:cs typeface="SF Hello Regular"/>
                <a:sym typeface="SF Hello Regular"/>
              </a:defRPr>
            </a:lvl1pPr>
          </a:lstStyle>
          <a:p>
            <a:pPr defTabSz="914400"/>
            <a:fld id="{86CB4B4D-7CA3-9044-876B-883B54F8677D}" type="slidenum">
              <a:rPr/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1689100" y="355600"/>
            <a:ext cx="21005800" cy="2286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1689100" y="3149600"/>
            <a:ext cx="21005800" cy="92964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9031" y="13081000"/>
            <a:ext cx="453238" cy="461059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400" b="0">
                <a:latin typeface="Helvetica Neue Light" panose="02000503000000020004"/>
                <a:ea typeface="Helvetica Neue Light" panose="02000503000000020004"/>
                <a:cs typeface="Helvetica Neue Light" panose="02000503000000020004"/>
                <a:sym typeface="Helvetica Neue Light" panose="02000503000000020004"/>
              </a:defRPr>
            </a:lvl1pPr>
          </a:lstStyle>
          <a:p>
            <a:fld id="{86CB4B4D-7CA3-9044-876B-883B54F8677D}" type="slidenum">
              <a:rPr/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 Medium" panose="02000503000000020004"/>
        </a:defRPr>
      </a:lvl9pPr>
    </p:titleStyle>
    <p:bodyStyle>
      <a:lvl1pPr marL="63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1pPr>
      <a:lvl2pPr marL="127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2pPr>
      <a:lvl3pPr marL="190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3pPr>
      <a:lvl4pPr marL="254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4pPr>
      <a:lvl5pPr marL="317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5pPr>
      <a:lvl6pPr marL="381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6pPr>
      <a:lvl7pPr marL="444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7pPr>
      <a:lvl8pPr marL="5080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8pPr>
      <a:lvl9pPr marL="5715000" marR="0" indent="-635000" algn="l" defTabSz="825500" latinLnBrk="0">
        <a:lnSpc>
          <a:spcPct val="100000"/>
        </a:lnSpc>
        <a:spcBef>
          <a:spcPts val="5900"/>
        </a:spcBef>
        <a:spcAft>
          <a:spcPts val="0"/>
        </a:spcAft>
        <a:buClrTx/>
        <a:buSzPct val="125000"/>
        <a:buFontTx/>
        <a:buChar char="•"/>
        <a:defRPr sz="5200" b="0" i="0" u="none" strike="noStrike" cap="none" spc="0" baseline="0">
          <a:solidFill>
            <a:srgbClr val="000000"/>
          </a:solidFill>
          <a:uFillTx/>
          <a:latin typeface="Helvetica Neue" panose="02000503000000020004"/>
          <a:ea typeface="Helvetica Neue" panose="02000503000000020004"/>
          <a:cs typeface="Helvetica Neue" panose="02000503000000020004"/>
          <a:sym typeface="Helvetica Neue" panose="02000503000000020004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 panose="020005030000000200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/>
        </p:nvSpPr>
        <p:spPr>
          <a:xfrm>
            <a:off x="6506937" y="429646"/>
            <a:ext cx="11296650" cy="56425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zh-TW" dirty="0">
                <a:solidFill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{REPORT_TITLE}</a:t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20231398" y="216793"/>
            <a:ext cx="3742507" cy="564257"/>
          </a:xfrm>
          <a:prstGeom prst="rect">
            <a:avLst/>
          </a:prstGeom>
          <a:solidFill>
            <a:srgbClr val="FFFF00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r>
              <a:rPr lang="en-US" altLang="zh-CN" dirty="0">
                <a:solidFill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{REPORT_SUBTITLE}</a:t>
            </a:r>
            <a:r>
              <a:rPr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/>
            </a:r>
            <a:endParaRPr lang="zh-TW" altLang="en-US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064000" y="1439333"/>
          <a:ext cx="16256000" cy="9179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99840"/>
                <a:gridCol w="7037494"/>
                <a:gridCol w="5418667"/>
              </a:tblGrid>
              <a:tr h="895350">
                <a:tc rowSpan="4">
                  <a:txBody>
                    <a:bodyPr/>
                    <a:p>
                      <a:pPr algn="l"/>
                      <a:r>
                        <a:rPr lang="en-US" altLang="zh-TW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Meta Data元數據</a:t>
                      </a: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檔案名：
{FILE_NAME}</a:t>
                      </a:r>
                      <a:r>
                        <a:rPr lang="zh-CN"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宋体" panose="02010600030101010101" pitchFamily="2" charset="-122"/>
                        </a:rPr>
                        <a:t/>
                      </a:r>
                      <a:endParaRPr lang="zh-CN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宋体" panose="02010600030101010101" pitchFamily="2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iPad機型：
{IPAD_MODEL}</a:t>
                      </a:r>
                      <a:endParaRPr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5396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Build：
{BUILD}</a:t>
                      </a:r>
                      <a:endParaRPr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iPad機種：
{IPAD_TYPE}</a:t>
                      </a:r>
                      <a:endParaRPr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5350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製程：
{PROCESS}</a:t>
                      </a:r>
                      <a:endParaRPr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TW" altLang="en-US"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報告人：
{REPORTER}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5350">
                <a:tc v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TW" altLang="en-US" sz="2000" b="0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關鍵字：
{KEYWORDS}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endParaRPr lang="zh-TW" altLang="en-US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5396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TW" altLang="en-US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問題描述：</a:t>
                      </a:r>
                      <a:endParaRPr lang="zh-TW" altLang="en-US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l">
                        <a:buNone/>
                      </a:pPr>
                      <a:r>
                        <a:rPr>
                          <a:solidFill/>
                        </a:rPr>
                        <a:t>{ISSUE_DESCRIPTION}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95396">
                <a:tc>
                  <a:txBody>
                    <a:bodyPr/>
                    <a:p>
                      <a:pPr algn="l"/>
                      <a:r>
                        <a:rPr lang="en-US" altLang="zh-TW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問題分析：</a:t>
                      </a: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l"/>
                      <a:r>
                        <a:rPr>
                          <a:solidFill/>
                        </a:rPr>
                        <a:t>{ISSUE_ANALYSIS}</a:t>
                      </a:r>
                      <a:endParaRPr lang="zh-TW" altLang="en-US" sz="2000" b="0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3650">
                <a:tc>
                  <a:txBody>
                    <a:bodyPr/>
                    <a:p>
                      <a:pPr algn="l"/>
                      <a:r>
                        <a:rPr lang="en-US" altLang="zh-TW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根本原因：</a:t>
                      </a: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>
                          <a:solidFill/>
                        </a:rPr>
                        <a:t>{ROOT_CAUSE}</a:t>
                      </a:r>
                      <a:endParaRPr lang="en-US" altLang="zh-TW" sz="20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6365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TW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  <a:sym typeface="+mn-ea"/>
                        </a:rPr>
                        <a:t> 圍堵措施：</a:t>
                      </a: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  <a:p>
                      <a:pPr algn="l">
                        <a:buNone/>
                      </a:pP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>
                          <a:solidFill/>
                        </a:rPr>
                        <a:t>{CONTAINMENT}</a:t>
                      </a:r>
                      <a:endParaRPr lang="en-US" altLang="zh-TW" sz="20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280160">
                <a:tc>
                  <a:txBody>
                    <a:bodyPr/>
                    <a:p>
                      <a:pPr marL="0" marR="0" lvl="0" indent="0" algn="l" defTabSz="8255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TW" sz="2400" b="1" dirty="0">
                          <a:solidFill>
                            <a:schemeClr val="tx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改善對策：</a:t>
                      </a:r>
                      <a:endParaRPr lang="en-US" altLang="zh-TW" sz="2400" b="1" dirty="0">
                        <a:solidFill>
                          <a:schemeClr val="tx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p>
                      <a:pPr algn="l"/>
                      <a:r>
                        <a:rPr>
                          <a:solidFill/>
                        </a:rPr>
                        <a:t>{CORRECTIVE}</a:t>
                      </a:r>
                      <a:endParaRPr lang="en-US" altLang="zh-TW" sz="2000" b="0" dirty="0"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commondata" val="eyJoZGlkIjoiMGQ0ZmZlNzYwNzBjNjI4YWM4N2NlMGViNDcwMDdmMjMifQ=="/>
</p:tagLst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 panose="02000503000000020004"/>
            <a:ea typeface="Helvetica Neue" panose="02000503000000020004"/>
            <a:cs typeface="Helvetica Neue" panose="02000503000000020004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</Words>
  <Application>WPS 演示</Application>
  <PresentationFormat>Custom</PresentationFormat>
  <Paragraphs>37</Paragraphs>
  <Slides>1</Slides>
  <Notes>9</Notes>
  <HiddenSlides>5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1" baseType="lpstr">
      <vt:lpstr>Arial</vt:lpstr>
      <vt:lpstr>宋体</vt:lpstr>
      <vt:lpstr>Wingdings</vt:lpstr>
      <vt:lpstr>Helvetica Neue</vt:lpstr>
      <vt:lpstr>Helvetica Neue Medium</vt:lpstr>
      <vt:lpstr>Helvetica Neue Light</vt:lpstr>
      <vt:lpstr>Arial</vt:lpstr>
      <vt:lpstr>Verdana</vt:lpstr>
      <vt:lpstr>Gill Sans</vt:lpstr>
      <vt:lpstr>Helvetica</vt:lpstr>
      <vt:lpstr>Helvetica Neue UltraLight</vt:lpstr>
      <vt:lpstr>SF Hello Regular</vt:lpstr>
      <vt:lpstr>Segoe Print</vt:lpstr>
      <vt:lpstr>Microsoft JhengHei</vt:lpstr>
      <vt:lpstr>微软雅黑</vt:lpstr>
      <vt:lpstr>Arial Unicode MS</vt:lpstr>
      <vt:lpstr>Gill Sans MT</vt:lpstr>
      <vt:lpstr>DejaVu Math TeX Gyre</vt:lpstr>
      <vt:lpstr>Helvetica Neue Medium</vt:lpstr>
      <vt:lpstr>White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夏俊明Jamy</dc:creator>
  <cp:lastModifiedBy>潮汐</cp:lastModifiedBy>
  <cp:revision>999</cp:revision>
  <dcterms:created xsi:type="dcterms:W3CDTF">2023-05-08T00:43:00Z</dcterms:created>
  <dcterms:modified xsi:type="dcterms:W3CDTF">2026-05-15T07:28:09Z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EC17DC086E464224ADFB6A2290D2E8F4_13</vt:lpwstr>
  </property>
  <property fmtid="{D5CDD505-2E9C-101B-9397-08002B2CF9AE}" pid="3" name="KSOProductBuildVer">
    <vt:lpwstr>2052-12.1.0.18608</vt:lpwstr>
  </property>
</Properties>
</file>