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media/image1.png" ContentType="image/png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</p:sldMasterIdLst>
  <p:sldIdLst>
    <p:sldId id="256" r:id="rId16"/>
  </p:sldIdLst>
  <p:sldSz cx="24384000" cy="13716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" Target="slides/slide1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ABC297DE-2F9F-4B86-B338-CDF63A0E44AE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ullets (Categori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419DD7E-5C13-418A-9D44-F647B5A75165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6C1DAAC-1E86-4B6E-BD2E-17EA2CFDCA4D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默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4412F2A7-B3B5-40A0-943D-307B05703377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35E458B-01A2-457E-9437-E8D0C30C27A4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EF6DFCF-E79C-48E2-9ADD-8F69C64C640C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BE38898A-7BE2-4057-BFC6-5A90AC7CA2AB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ECD35BF-7F86-426F-A746-72CD1CDDE7FB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CEE5B2E9-C98E-43B4-90C0-CC3A2FA760DC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CA94B192-2151-4A47-92E1-80601ADA7ED8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默认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74C7AB1-A8D1-4792-A69C-73173BA70F30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預設簡報設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6CDE9D46-F77A-4D44-99E7-9E285A8C6665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默认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77CAD127-4093-406D-9BEA-E309F60C2D6E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1"/>
          </p:nvPr>
        </p:nvSpPr>
        <p:spPr>
          <a:xfrm>
            <a:off x="11959200" y="13080960"/>
            <a:ext cx="452160" cy="46008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ctr" defTabSz="825480">
              <a:lnSpc>
                <a:spcPct val="100000"/>
              </a:lnSpc>
              <a:buNone/>
              <a:tabLst>
                <a:tab algn="l" pos="0"/>
              </a:tabLst>
              <a:def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fld id="{F671D510-4232-46D8-BE2A-C1F2725866EA}" type="slidenum">
              <a: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"/>
          <p:cNvSpPr/>
          <p:nvPr/>
        </p:nvSpPr>
        <p:spPr>
          <a:xfrm>
            <a:off x="-95400" y="13392000"/>
            <a:ext cx="24516360" cy="456120"/>
          </a:xfrm>
          <a:prstGeom prst="rect">
            <a:avLst/>
          </a:prstGeom>
          <a:solidFill>
            <a:srgbClr val="d6d6d6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algn="ctr" defTabSz="819000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solidFill>
                <a:srgbClr val="ffffff"/>
              </a:solidFill>
              <a:latin typeface="Gill Sans"/>
              <a:ea typeface="Gill Sans"/>
            </a:endParaRPr>
          </a:p>
        </p:txBody>
      </p:sp>
      <p:sp>
        <p:nvSpPr>
          <p:cNvPr id="6" name="Line"/>
          <p:cNvSpPr/>
          <p:nvPr/>
        </p:nvSpPr>
        <p:spPr>
          <a:xfrm>
            <a:off x="516960" y="1257120"/>
            <a:ext cx="23315760" cy="360"/>
          </a:xfrm>
          <a:prstGeom prst="line">
            <a:avLst/>
          </a:prstGeom>
          <a:ln w="12700">
            <a:solidFill>
              <a:srgbClr val="92929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0" rIns="68400" tIns="0" bIns="0" anchor="t">
            <a:noAutofit/>
          </a:bodyPr>
          <a:p>
            <a:endParaRPr b="0" lang="en-US" sz="3000" spc="-1" strike="noStrike">
              <a:solidFill>
                <a:srgbClr val="000000"/>
              </a:solidFill>
              <a:latin typeface="Helvetica Neue Light"/>
              <a:ea typeface="Helvetica Neue Light"/>
            </a:endParaRPr>
          </a:p>
        </p:txBody>
      </p:sp>
      <p:graphicFrame>
        <p:nvGraphicFramePr>
          <p:cNvPr id="7" name="Table"/>
          <p:cNvGraphicFramePr/>
          <p:nvPr/>
        </p:nvGraphicFramePr>
        <p:xfrm>
          <a:off x="57240" y="13373280"/>
          <a:ext cx="24274800" cy="353520"/>
        </p:xfrm>
        <a:graphic>
          <a:graphicData uri="http://schemas.openxmlformats.org/drawingml/2006/table">
            <a:tbl>
              <a:tblPr/>
              <a:tblGrid>
                <a:gridCol w="8091720"/>
                <a:gridCol w="8091720"/>
                <a:gridCol w="8091720"/>
              </a:tblGrid>
              <a:tr h="353520">
                <a:tc>
                  <a:txBody>
                    <a:bodyPr lIns="50760" rIns="50760" anchor="ctr">
                      <a:noAutofit/>
                    </a:bodyPr>
                    <a:p>
                      <a:pPr defTabSz="13716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</a:rPr>
                        <a:t>11/8/2021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anchor="ctr">
                      <a:noAutofit/>
                    </a:bodyPr>
                    <a:p>
                      <a:pPr algn="ctr" defTabSz="13716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</a:rPr>
                        <a:t>Page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anchor="ctr">
                      <a:noAutofit/>
                    </a:bodyPr>
                    <a:p>
                      <a:pPr algn="r" defTabSz="13716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</a:rPr>
                        <a:t>Apple Confidential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sldNum" idx="2"/>
          </p:nvPr>
        </p:nvSpPr>
        <p:spPr>
          <a:xfrm>
            <a:off x="12408120" y="13390920"/>
            <a:ext cx="361800" cy="362160"/>
          </a:xfrm>
          <a:prstGeom prst="rect">
            <a:avLst/>
          </a:prstGeom>
          <a:noFill/>
          <a:ln w="12600">
            <a:noFill/>
          </a:ln>
        </p:spPr>
        <p:txBody>
          <a:bodyPr lIns="76320" rIns="76320" tIns="76320" bIns="76320" anchor="b">
            <a:noAutofit/>
          </a:bodyPr>
          <a:lstStyle>
            <a:lvl1pPr indent="0" algn="ctr" defTabSz="8190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60606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19000">
              <a:lnSpc>
                <a:spcPct val="100000"/>
              </a:lnSpc>
              <a:buNone/>
              <a:tabLst>
                <a:tab algn="l" pos="0"/>
              </a:tabLst>
            </a:pPr>
            <a:fld id="{85D13565-6CCD-46E2-A192-11AB73237CDA}" type="slidenum">
              <a:rPr b="0" lang="en-US" sz="1400" spc="-1" strike="noStrike">
                <a:solidFill>
                  <a:srgbClr val="60606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"/>
          <p:cNvSpPr/>
          <p:nvPr/>
        </p:nvSpPr>
        <p:spPr>
          <a:xfrm>
            <a:off x="-88920" y="13398480"/>
            <a:ext cx="27075240" cy="468720"/>
          </a:xfrm>
          <a:prstGeom prst="rect">
            <a:avLst/>
          </a:prstGeom>
          <a:solidFill>
            <a:srgbClr val="d6d6d6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38160" rIns="38160" tIns="38160" bIns="38160" anchor="ctr">
            <a:noAutofit/>
          </a:bodyPr>
          <a:p>
            <a:pPr algn="ctr" defTabSz="1238400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solidFill>
                <a:srgbClr val="000000"/>
              </a:solidFill>
              <a:latin typeface="Helvetica Neue Light"/>
              <a:ea typeface="Helvetica Neue Light"/>
            </a:endParaRPr>
          </a:p>
        </p:txBody>
      </p:sp>
      <p:sp>
        <p:nvSpPr>
          <p:cNvPr id="14" name="线条"/>
          <p:cNvSpPr/>
          <p:nvPr/>
        </p:nvSpPr>
        <p:spPr>
          <a:xfrm>
            <a:off x="516960" y="1244520"/>
            <a:ext cx="23315760" cy="360"/>
          </a:xfrm>
          <a:prstGeom prst="line">
            <a:avLst/>
          </a:prstGeom>
          <a:ln w="3175">
            <a:solidFill>
              <a:srgbClr val="92929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12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graphicFrame>
        <p:nvGraphicFramePr>
          <p:cNvPr id="15" name="Table 1-1"/>
          <p:cNvGraphicFramePr/>
          <p:nvPr/>
        </p:nvGraphicFramePr>
        <p:xfrm>
          <a:off x="76320" y="13347720"/>
          <a:ext cx="24291000" cy="365040"/>
        </p:xfrm>
        <a:graphic>
          <a:graphicData uri="http://schemas.openxmlformats.org/drawingml/2006/table">
            <a:tbl>
              <a:tblPr/>
              <a:tblGrid>
                <a:gridCol w="8097120"/>
                <a:gridCol w="8097120"/>
                <a:gridCol w="8097120"/>
              </a:tblGrid>
              <a:tr h="365040">
                <a:tc>
                  <a:txBody>
                    <a:bodyPr lIns="50760" rIns="50760" anchor="ctr">
                      <a:noAutofit/>
                    </a:bodyPr>
                    <a:p>
                      <a:endParaRPr b="0" lang="en-US" sz="1200" spc="-1" strike="noStrike">
                        <a:solidFill>
                          <a:srgbClr val="606060"/>
                        </a:solidFill>
                        <a:latin typeface="Helvetica Neue Light"/>
                        <a:ea typeface="Helvetica Neue Light"/>
                      </a:endParaRPr>
                    </a:p>
                  </a:txBody>
                  <a:tcPr anchor="ctr" marL="50760" marR="50760">
                    <a:lnL w="2880">
                      <a:noFill/>
                      <a:prstDash val="solid"/>
                    </a:lnL>
                    <a:lnR w="2880">
                      <a:noFill/>
                      <a:prstDash val="solid"/>
                    </a:lnR>
                    <a:lnT w="2880">
                      <a:noFill/>
                      <a:prstDash val="solid"/>
                    </a:lnT>
                    <a:lnB w="288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</a:rPr>
                        <a:t>Page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2880">
                      <a:noFill/>
                      <a:prstDash val="solid"/>
                    </a:lnL>
                    <a:lnR w="2880">
                      <a:noFill/>
                      <a:prstDash val="solid"/>
                    </a:lnR>
                    <a:lnT w="2880">
                      <a:noFill/>
                      <a:prstDash val="solid"/>
                    </a:lnT>
                    <a:lnB w="288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</a:rPr>
                        <a:t>Manufacturing Design - Apple Confidential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2880">
                      <a:noFill/>
                      <a:prstDash val="solid"/>
                    </a:lnL>
                    <a:lnR w="2880">
                      <a:noFill/>
                      <a:prstDash val="solid"/>
                    </a:lnR>
                    <a:lnT w="2880">
                      <a:noFill/>
                      <a:prstDash val="solid"/>
                    </a:lnT>
                    <a:lnB w="288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sldNum" idx="3"/>
          </p:nvPr>
        </p:nvSpPr>
        <p:spPr>
          <a:xfrm>
            <a:off x="12482640" y="13373280"/>
            <a:ext cx="282600" cy="28656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ctr" defTabSz="1238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53585f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1238400">
              <a:lnSpc>
                <a:spcPct val="100000"/>
              </a:lnSpc>
              <a:buNone/>
              <a:tabLst>
                <a:tab algn="l" pos="0"/>
              </a:tabLst>
            </a:pPr>
            <a:fld id="{7ACD540A-2738-431B-89FF-5322A17CD3C6}" type="slidenum">
              <a:rPr b="0" lang="en-US" sz="1200" spc="-1" strike="noStrike">
                <a:solidFill>
                  <a:srgbClr val="53585f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"/>
          <p:cNvSpPr/>
          <p:nvPr/>
        </p:nvSpPr>
        <p:spPr>
          <a:xfrm>
            <a:off x="-95400" y="13392000"/>
            <a:ext cx="24516360" cy="456120"/>
          </a:xfrm>
          <a:prstGeom prst="rect">
            <a:avLst/>
          </a:prstGeom>
          <a:solidFill>
            <a:srgbClr val="d6d6d6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algn="ctr" defTabSz="819000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solidFill>
                <a:srgbClr val="ffffff"/>
              </a:solidFill>
              <a:latin typeface="Gill Sans"/>
              <a:ea typeface="Gill Sans"/>
            </a:endParaRPr>
          </a:p>
        </p:txBody>
      </p:sp>
      <p:sp>
        <p:nvSpPr>
          <p:cNvPr id="22" name="Line"/>
          <p:cNvSpPr/>
          <p:nvPr/>
        </p:nvSpPr>
        <p:spPr>
          <a:xfrm>
            <a:off x="516960" y="1257120"/>
            <a:ext cx="23315760" cy="360"/>
          </a:xfrm>
          <a:prstGeom prst="line">
            <a:avLst/>
          </a:prstGeom>
          <a:ln w="12700">
            <a:solidFill>
              <a:srgbClr val="92929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0" rIns="68400" tIns="0" bIns="0" anchor="t">
            <a:noAutofit/>
          </a:bodyPr>
          <a:p>
            <a:endParaRPr b="0" lang="en-US" sz="3000" spc="-1" strike="noStrike">
              <a:solidFill>
                <a:srgbClr val="000000"/>
              </a:solidFill>
              <a:latin typeface="Helvetica Neue Light"/>
              <a:ea typeface="Helvetica Neue Light"/>
            </a:endParaRPr>
          </a:p>
        </p:txBody>
      </p:sp>
      <p:graphicFrame>
        <p:nvGraphicFramePr>
          <p:cNvPr id="23" name="Table"/>
          <p:cNvGraphicFramePr/>
          <p:nvPr/>
        </p:nvGraphicFramePr>
        <p:xfrm>
          <a:off x="57240" y="13373280"/>
          <a:ext cx="24274800" cy="349200"/>
        </p:xfrm>
        <a:graphic>
          <a:graphicData uri="http://schemas.openxmlformats.org/drawingml/2006/table">
            <a:tbl>
              <a:tblPr/>
              <a:tblGrid>
                <a:gridCol w="8091720"/>
                <a:gridCol w="8091720"/>
                <a:gridCol w="8091720"/>
              </a:tblGrid>
              <a:tr h="349200">
                <a:tc>
                  <a:txBody>
                    <a:bodyPr lIns="50760" rIns="50760" anchor="ctr">
                      <a:noAutofit/>
                    </a:bodyPr>
                    <a:p>
                      <a:pPr defTabSz="8190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Helvetica Neue Light"/>
                          <a:ea typeface="Helvetica Neue Light"/>
                        </a:rPr>
                        <a:t>11/8/2021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anchor="ctr">
                      <a:noAutofit/>
                    </a:bodyPr>
                    <a:p>
                      <a:pPr defTabSz="8190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Helvetica Neue Light"/>
                          <a:ea typeface="Helvetica Neue Light"/>
                        </a:rPr>
                        <a:t>Page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anchor="ctr">
                      <a:noAutofit/>
                    </a:bodyPr>
                    <a:p>
                      <a:pPr defTabSz="8190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Helvetica Neue Light"/>
                          <a:ea typeface="Helvetica Neue Light"/>
                        </a:rPr>
                        <a:t>Apple Confidential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sldNum" idx="4"/>
          </p:nvPr>
        </p:nvSpPr>
        <p:spPr>
          <a:xfrm>
            <a:off x="12408120" y="13390920"/>
            <a:ext cx="361800" cy="362160"/>
          </a:xfrm>
          <a:prstGeom prst="rect">
            <a:avLst/>
          </a:prstGeom>
          <a:noFill/>
          <a:ln w="12600">
            <a:noFill/>
          </a:ln>
        </p:spPr>
        <p:txBody>
          <a:bodyPr lIns="76320" rIns="76320" tIns="76320" bIns="76320" anchor="b">
            <a:noAutofit/>
          </a:bodyPr>
          <a:lstStyle>
            <a:lvl1pPr indent="0" algn="ctr" defTabSz="81900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60606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19000">
              <a:lnSpc>
                <a:spcPct val="100000"/>
              </a:lnSpc>
              <a:buNone/>
              <a:tabLst>
                <a:tab algn="l" pos="0"/>
              </a:tabLst>
            </a:pPr>
            <a:fld id="{DA22DFE7-EBEF-40A2-A64E-4140A350EAC1}" type="slidenum">
              <a:rPr b="0" lang="en-US" sz="1400" spc="-1" strike="noStrike">
                <a:solidFill>
                  <a:srgbClr val="60606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Apple Confidential–Internal Use Only"/>
          <p:cNvSpPr/>
          <p:nvPr/>
        </p:nvSpPr>
        <p:spPr>
          <a:xfrm>
            <a:off x="20952360" y="13372560"/>
            <a:ext cx="3492720" cy="2282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sp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87939d"/>
                </a:solidFill>
                <a:latin typeface="SF Hello Regular"/>
                <a:ea typeface="SF Hello Regular"/>
              </a:rPr>
              <a:t>Apple Confidential–Internal Use Only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" name="160927 Apple Logo Black JB.ai" descr="160927 Apple Logo Black JB.ai"/>
          <p:cNvPicPr/>
          <p:nvPr/>
        </p:nvPicPr>
        <p:blipFill>
          <a:blip r:embed="rId2"/>
          <a:stretch/>
        </p:blipFill>
        <p:spPr>
          <a:xfrm>
            <a:off x="943560" y="877680"/>
            <a:ext cx="1319400" cy="1319400"/>
          </a:xfrm>
          <a:prstGeom prst="rect">
            <a:avLst/>
          </a:prstGeom>
          <a:ln w="12700">
            <a:noFill/>
          </a:ln>
        </p:spPr>
      </p:pic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5"/>
          </p:nvPr>
        </p:nvSpPr>
        <p:spPr>
          <a:xfrm>
            <a:off x="23966280" y="13042800"/>
            <a:ext cx="325080" cy="32904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500" spc="-1" strike="noStrike">
                <a:solidFill>
                  <a:srgbClr val="87939d"/>
                </a:solidFill>
                <a:latin typeface="SF Hello Regular"/>
                <a:ea typeface="SF Hello Regula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D7F3C2D-43E7-4721-89AF-20762DB49370}" type="slidenum">
              <a:rPr b="0" lang="en-US" sz="1500" spc="-1" strike="noStrike">
                <a:solidFill>
                  <a:srgbClr val="87939d"/>
                </a:solidFill>
                <a:latin typeface="SF Hello Regular"/>
                <a:ea typeface="SF Hello Regular"/>
              </a:rPr>
              <a:t>&lt;编号&gt;</a:t>
            </a:fld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Apple Confidential–Internal Use Only"/>
          <p:cNvSpPr/>
          <p:nvPr/>
        </p:nvSpPr>
        <p:spPr>
          <a:xfrm>
            <a:off x="20952360" y="13372560"/>
            <a:ext cx="3492720" cy="2282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sp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87939d"/>
                </a:solidFill>
                <a:latin typeface="SF Hello Regular"/>
                <a:ea typeface="SF Hello Regular"/>
              </a:rPr>
              <a:t>Apple Confidential–Internal Use Only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reliability engineering"/>
          <p:cNvSpPr/>
          <p:nvPr/>
        </p:nvSpPr>
        <p:spPr>
          <a:xfrm>
            <a:off x="214200" y="13372560"/>
            <a:ext cx="19290240" cy="2282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87939d"/>
                </a:solidFill>
                <a:latin typeface="SF Hello Regular"/>
                <a:ea typeface="SF Hello Regular"/>
              </a:rPr>
              <a:t>reliability engineering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sldNum" idx="6"/>
          </p:nvPr>
        </p:nvSpPr>
        <p:spPr>
          <a:xfrm>
            <a:off x="23963760" y="13042800"/>
            <a:ext cx="325080" cy="32904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500" spc="-1" strike="noStrike">
                <a:solidFill>
                  <a:srgbClr val="87939d"/>
                </a:solidFill>
                <a:latin typeface="SF Hello Regular"/>
                <a:ea typeface="SF Hello Regula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C054DC-2A88-47AD-8CDF-4DBCEA61276E}" type="slidenum">
              <a:rPr b="0" lang="en-US" sz="1500" spc="-1" strike="noStrike">
                <a:solidFill>
                  <a:srgbClr val="87939d"/>
                </a:solidFill>
                <a:latin typeface="SF Hello Regular"/>
                <a:ea typeface="SF Hello Regular"/>
              </a:rPr>
              <a:t>&lt;编号&gt;</a:t>
            </a:fld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sldNum" idx="7"/>
          </p:nvPr>
        </p:nvSpPr>
        <p:spPr>
          <a:xfrm>
            <a:off x="11959200" y="13080960"/>
            <a:ext cx="452160" cy="46008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ctr" defTabSz="825480">
              <a:lnSpc>
                <a:spcPct val="100000"/>
              </a:lnSpc>
              <a:buNone/>
              <a:tabLst>
                <a:tab algn="l" pos="0"/>
              </a:tabLst>
              <a:def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fld id="{AAC5C791-9786-415D-9057-450022A115A0}" type="slidenum">
              <a: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8"/>
          </p:nvPr>
        </p:nvSpPr>
        <p:spPr>
          <a:xfrm>
            <a:off x="11959200" y="13080960"/>
            <a:ext cx="452160" cy="46008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ctr" defTabSz="825480">
              <a:lnSpc>
                <a:spcPct val="100000"/>
              </a:lnSpc>
              <a:buNone/>
              <a:tabLst>
                <a:tab algn="l" pos="0"/>
              </a:tabLst>
              <a:def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fld id="{1DC02F40-B957-423D-882B-B5B525572A09}" type="slidenum">
              <a: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sldNum" idx="9"/>
          </p:nvPr>
        </p:nvSpPr>
        <p:spPr>
          <a:xfrm>
            <a:off x="11959200" y="13080960"/>
            <a:ext cx="452160" cy="46008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ctr" defTabSz="825480">
              <a:lnSpc>
                <a:spcPct val="100000"/>
              </a:lnSpc>
              <a:buNone/>
              <a:tabLst>
                <a:tab algn="l" pos="0"/>
              </a:tabLst>
              <a:def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fld id="{BFC33679-BB48-48B5-9E9C-1A3B64847A3B}" type="slidenum">
              <a: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sldNum" idx="10"/>
          </p:nvPr>
        </p:nvSpPr>
        <p:spPr>
          <a:xfrm>
            <a:off x="11959200" y="13080960"/>
            <a:ext cx="452160" cy="46008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ctr" defTabSz="825480">
              <a:lnSpc>
                <a:spcPct val="100000"/>
              </a:lnSpc>
              <a:buNone/>
              <a:tabLst>
                <a:tab algn="l" pos="0"/>
              </a:tabLst>
              <a:def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fld id="{E4FA4D72-5B49-4507-B5D4-8DDF9433145E}" type="slidenum">
              <a: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sldNum" idx="11"/>
          </p:nvPr>
        </p:nvSpPr>
        <p:spPr>
          <a:xfrm>
            <a:off x="11959200" y="13080960"/>
            <a:ext cx="452160" cy="46008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lstStyle>
            <a:lvl1pPr indent="0" algn="ctr" defTabSz="825480">
              <a:lnSpc>
                <a:spcPct val="100000"/>
              </a:lnSpc>
              <a:buNone/>
              <a:tabLst>
                <a:tab algn="l" pos="0"/>
              </a:tabLst>
              <a:def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fld id="{B01AD56B-4926-4E72-BBEF-CB35FC3FA14C}" type="slidenum">
              <a:rPr b="0" lang="en-US" sz="2400" spc="-1" strike="noStrike">
                <a:solidFill>
                  <a:srgbClr val="00000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线条"/>
          <p:cNvSpPr/>
          <p:nvPr/>
        </p:nvSpPr>
        <p:spPr>
          <a:xfrm>
            <a:off x="592920" y="880920"/>
            <a:ext cx="23197680" cy="360"/>
          </a:xfrm>
          <a:prstGeom prst="line">
            <a:avLst/>
          </a:prstGeom>
          <a:ln w="12700">
            <a:solidFill>
              <a:srgbClr val="92929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0" bIns="0" anchor="t">
            <a:noAutofit/>
          </a:bodyPr>
          <a:p>
            <a:endParaRPr b="0" lang="en-US" sz="4400" spc="-1" strike="noStrike">
              <a:solidFill>
                <a:srgbClr val="0096ff"/>
              </a:solidFill>
              <a:latin typeface="Helvetica Neue"/>
              <a:ea typeface="Helvetica Neue"/>
            </a:endParaRPr>
          </a:p>
        </p:txBody>
      </p:sp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sldNum" idx="12"/>
          </p:nvPr>
        </p:nvSpPr>
        <p:spPr>
          <a:xfrm>
            <a:off x="12085560" y="13161960"/>
            <a:ext cx="302400" cy="278280"/>
          </a:xfrm>
          <a:prstGeom prst="rect">
            <a:avLst/>
          </a:prstGeom>
          <a:noFill/>
          <a:ln w="12600">
            <a:noFill/>
          </a:ln>
        </p:spPr>
        <p:txBody>
          <a:bodyPr lIns="0" rIns="0" tIns="0" bIns="0" anchor="b">
            <a:noAutofit/>
          </a:bodyPr>
          <a:lstStyle>
            <a:lvl1pPr indent="0" algn="ctr" defTabSz="58428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rgbClr val="ffffff"/>
                </a:solidFill>
                <a:latin typeface="Verdana"/>
                <a:ea typeface="Verdana"/>
              </a:defRPr>
            </a:lvl1pPr>
          </a:lstStyle>
          <a:p>
            <a:pPr indent="0" algn="ctr" defTabSz="584280">
              <a:lnSpc>
                <a:spcPct val="100000"/>
              </a:lnSpc>
              <a:buNone/>
              <a:tabLst>
                <a:tab algn="l" pos="0"/>
              </a:tabLst>
            </a:pPr>
            <a:fld id="{B870C91E-EE34-460D-B5E1-69DA8ACEFED0}" type="slidenum">
              <a:rPr b="0" lang="en-US" sz="1800" spc="-1" strike="noStrike">
                <a:solidFill>
                  <a:srgbClr val="ffffff"/>
                </a:solidFill>
                <a:latin typeface="Verdana"/>
                <a:ea typeface="Verdana"/>
              </a:rPr>
              <a:t>&lt;编号&gt;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"/>
          <p:cNvSpPr/>
          <p:nvPr/>
        </p:nvSpPr>
        <p:spPr>
          <a:xfrm>
            <a:off x="-95400" y="13392000"/>
            <a:ext cx="24516360" cy="456120"/>
          </a:xfrm>
          <a:prstGeom prst="rect">
            <a:avLst/>
          </a:prstGeom>
          <a:solidFill>
            <a:srgbClr val="d6d6d6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algn="ctr" defTabSz="819000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solidFill>
                <a:srgbClr val="ffffff"/>
              </a:solidFill>
              <a:latin typeface="Gill Sans"/>
              <a:ea typeface="Gill Sans"/>
            </a:endParaRPr>
          </a:p>
        </p:txBody>
      </p:sp>
      <p:sp>
        <p:nvSpPr>
          <p:cNvPr id="79" name="Line"/>
          <p:cNvSpPr/>
          <p:nvPr/>
        </p:nvSpPr>
        <p:spPr>
          <a:xfrm>
            <a:off x="516960" y="1257120"/>
            <a:ext cx="23315760" cy="360"/>
          </a:xfrm>
          <a:prstGeom prst="line">
            <a:avLst/>
          </a:prstGeom>
          <a:ln w="3175">
            <a:solidFill>
              <a:srgbClr val="92929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0" rIns="68400" tIns="0" bIns="0" anchor="t">
            <a:noAutofit/>
          </a:bodyPr>
          <a:p>
            <a:endParaRPr b="0" lang="en-US" sz="3000" spc="-1" strike="noStrike">
              <a:solidFill>
                <a:srgbClr val="000000"/>
              </a:solidFill>
              <a:latin typeface="Helvetica Neue Light"/>
              <a:ea typeface="Helvetica Neue Light"/>
            </a:endParaRPr>
          </a:p>
        </p:txBody>
      </p:sp>
      <p:graphicFrame>
        <p:nvGraphicFramePr>
          <p:cNvPr id="80" name="Table"/>
          <p:cNvGraphicFramePr/>
          <p:nvPr/>
        </p:nvGraphicFramePr>
        <p:xfrm>
          <a:off x="57240" y="13373280"/>
          <a:ext cx="35204400" cy="512640"/>
        </p:xfrm>
        <a:graphic>
          <a:graphicData uri="http://schemas.openxmlformats.org/drawingml/2006/table">
            <a:tbl>
              <a:tblPr/>
              <a:tblGrid>
                <a:gridCol w="11734920"/>
                <a:gridCol w="11734920"/>
                <a:gridCol w="11734920"/>
              </a:tblGrid>
              <a:tr h="512640">
                <a:tc>
                  <a:txBody>
                    <a:bodyPr lIns="50760" rIns="50760" anchor="ctr">
                      <a:noAutofit/>
                    </a:bodyPr>
                    <a:p>
                      <a:endParaRPr b="0" lang="en-US" sz="2200" spc="-1" strike="noStrike">
                        <a:solidFill>
                          <a:srgbClr val="606060"/>
                        </a:solidFill>
                        <a:latin typeface="Helvetica Neue Light"/>
                        <a:ea typeface="Helvetica Neue Light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anchor="ctr">
                      <a:noAutofit/>
                    </a:bodyPr>
                    <a:p>
                      <a:pPr algn="ctr" defTabSz="13716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200" spc="-1" strike="noStrike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</a:rPr>
                        <a:t>Page</a:t>
                      </a:r>
                      <a:endParaRPr b="0" lang="en-US" sz="2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50760" rIns="50760" anchor="ctr">
                      <a:noAutofit/>
                    </a:bodyPr>
                    <a:p>
                      <a:pPr algn="r" defTabSz="13716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200" spc="-1" strike="noStrike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</a:rPr>
                        <a:t>Apple Confidential</a:t>
                      </a:r>
                      <a:endParaRPr b="0" lang="en-US" sz="2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0760" marR="50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080" cy="464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080" cy="63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sldNum" idx="13"/>
          </p:nvPr>
        </p:nvSpPr>
        <p:spPr>
          <a:xfrm>
            <a:off x="11469960" y="9605520"/>
            <a:ext cx="333360" cy="337320"/>
          </a:xfrm>
          <a:prstGeom prst="rect">
            <a:avLst/>
          </a:prstGeom>
          <a:noFill/>
          <a:ln w="12600">
            <a:noFill/>
          </a:ln>
        </p:spPr>
        <p:txBody>
          <a:bodyPr lIns="76320" rIns="76320" tIns="76320" bIns="76320" anchor="b">
            <a:noAutofit/>
          </a:bodyPr>
          <a:lstStyle>
            <a:lvl1pPr indent="0" algn="ctr" defTabSz="8190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606060"/>
                </a:solidFill>
                <a:latin typeface="Helvetica Neue Light"/>
                <a:ea typeface="Helvetica Neue Light"/>
              </a:defRPr>
            </a:lvl1pPr>
          </a:lstStyle>
          <a:p>
            <a:pPr indent="0" algn="ctr" defTabSz="819000">
              <a:lnSpc>
                <a:spcPct val="100000"/>
              </a:lnSpc>
              <a:buNone/>
              <a:tabLst>
                <a:tab algn="l" pos="0"/>
              </a:tabLst>
            </a:pPr>
            <a:fld id="{A87B9532-3A38-484B-B99F-0127278DA48D}" type="slidenum">
              <a:rPr b="0" lang="en-US" sz="1200" spc="-1" strike="noStrike">
                <a:solidFill>
                  <a:srgbClr val="606060"/>
                </a:solidFill>
                <a:latin typeface="Helvetica Neue Light"/>
                <a:ea typeface="Helvetica Neue Light"/>
              </a:rPr>
              <a:t>&lt;编号&gt;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文字方塊 3"/>
          <p:cNvSpPr/>
          <p:nvPr/>
        </p:nvSpPr>
        <p:spPr>
          <a:xfrm>
            <a:off x="6507000" y="432360"/>
            <a:ext cx="11295720" cy="5580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38160" horzOverflow="overflow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00000"/>
                </a:solidFill>
                <a:latin typeface="微軟正黑體"/>
                <a:ea typeface="微軟正黑體"/>
              </a:rPr>
              <a:t>5C Report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文字方塊 22"/>
          <p:cNvSpPr/>
          <p:nvPr/>
        </p:nvSpPr>
        <p:spPr>
          <a:xfrm>
            <a:off x="20231280" y="219600"/>
            <a:ext cx="3741480" cy="558000"/>
          </a:xfrm>
          <a:prstGeom prst="rect">
            <a:avLst/>
          </a:prstGeom>
          <a:solidFill>
            <a:srgbClr val="ffff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38160" horzOverflow="overflow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00000"/>
                </a:solidFill>
                <a:latin typeface="微軟正黑體"/>
                <a:ea typeface="微軟正黑體"/>
              </a:rPr>
              <a:t>5C</a:t>
            </a:r>
            <a:r>
              <a:rPr b="1" lang="zh-CN" sz="3000" spc="-1" strike="noStrike">
                <a:solidFill>
                  <a:srgbClr val="000000"/>
                </a:solidFill>
                <a:latin typeface="微軟正黑體"/>
                <a:ea typeface="微軟正黑體"/>
              </a:rPr>
              <a:t>模板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8" name="表格 5"/>
          <p:cNvGraphicFramePr/>
          <p:nvPr/>
        </p:nvGraphicFramePr>
        <p:xfrm>
          <a:off x="4064040" y="1439280"/>
          <a:ext cx="16255080" cy="11211480"/>
        </p:xfrm>
        <a:graphic>
          <a:graphicData uri="http://schemas.openxmlformats.org/drawingml/2006/table">
            <a:tbl>
              <a:tblPr/>
              <a:tblGrid>
                <a:gridCol w="3799800"/>
                <a:gridCol w="7037280"/>
                <a:gridCol w="5418360"/>
              </a:tblGrid>
              <a:tr h="895320">
                <a:tc rowSpan="3">
                  <a:txBody>
                    <a:bodyPr anchor="ctr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Characterize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Radar#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（雷達號）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:  {TXT_RADAR_NO} 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Issue Title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（報告主題）： 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{TXT_ISSUE_TITLE} 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89532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Date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（日期）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:{TXT_DATE} 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Description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（問題描述）：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{TXT_DESC} 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89532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Champion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（相關團隊成員）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:{TXT_CHAMPION}  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b="0" lang="en-US" sz="2000" spc="-1" strike="noStrike">
                        <a:solidFill>
                          <a:schemeClr val="dk1"/>
                        </a:solidFill>
                        <a:latin typeface="微軟正黑體"/>
                        <a:ea typeface="微軟正黑體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895320">
                <a:tc>
                  <a:txBody>
                    <a:bodyPr anchor="ctr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Contain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Containment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（圍堵措施）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: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b="0" lang="en-US" sz="2000" spc="-1" strike="noStrike">
                        <a:solidFill>
                          <a:schemeClr val="dk1"/>
                        </a:solidFill>
                        <a:latin typeface="微軟正黑體"/>
                        <a:ea typeface="微軟正黑體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197000">
                <a:tc rowSpan="2">
                  <a:txBody>
                    <a:bodyPr anchor="ctr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Cause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Root Cause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（根本原因）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: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endParaRPr b="0" lang="en-US" sz="2000" spc="-1" strike="noStrike">
                        <a:solidFill>
                          <a:schemeClr val="dk1"/>
                        </a:solidFill>
                        <a:latin typeface="微軟正黑體"/>
                        <a:ea typeface="微軟正黑體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26324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Escape Cause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（不良流出原因）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: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{Fill in list of escape causes}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280160">
                <a:tc rowSpan="2">
                  <a:txBody>
                    <a:bodyPr anchor="ctr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Corrective Action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Corrective Action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（改善措施）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: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{Fill in list of corrective actions}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34640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Preventive Action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（預防措施）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: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{Fill in list of preventive actions}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230120">
                <a:tc rowSpan="2">
                  <a:txBody>
                    <a:bodyPr anchor="ctr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4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Closure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Verification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（品質確認）</a:t>
                      </a: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: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{TXT_VERIFICATION} </a:t>
                      </a:r>
                      <a:endParaRPr b="0" lang="en-US" sz="2000" spc="-1" strike="noStrike">
                        <a:solidFill>
                          <a:schemeClr val="dk1"/>
                        </a:solidFill>
                        <a:latin typeface="微軟正黑體"/>
                        <a:ea typeface="微軟正黑體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31328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8254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Review Results</a:t>
                      </a:r>
                      <a:r>
                        <a:rPr b="0" lang="zh-CN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（效果追蹤）：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b="0" lang="en-US" sz="2000" spc="-1" strike="noStrike">
                          <a:solidFill>
                            <a:schemeClr val="dk1"/>
                          </a:solidFill>
                          <a:latin typeface="微軟正黑體"/>
                          <a:ea typeface="微軟正黑體"/>
                        </a:rPr>
                        <a:t>{TXT_REVIEW_RESULTS} </a:t>
                      </a:r>
                      <a:endParaRPr b="0" lang="en-US" sz="2000" spc="-1" strike="noStrike">
                        <a:solidFill>
                          <a:schemeClr val="dk1"/>
                        </a:solidFill>
                        <a:latin typeface="微軟正黑體"/>
                        <a:ea typeface="微軟正黑體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26620</TotalTime>
  <Application>PPT_Plus/1.0.0.0$Windows_X86_64 LibreOffice_project/</Application>
  <AppVersion>15.0000</AppVersion>
  <Words>744</Words>
  <Paragraphs>127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2023-05-08T00:43:29Z</dcterms:created>
  <dc:creator>夏俊明Jamy</dc:creator>
  <dc:description/>
  <dc:language>zh-CN</dc:language>
  <cp:lastModifiedBy/>
  <dcterms:modified xsi:type="dcterms:W3CDTF">2026-05-11T11:27:26Z</dcterms:modified>
  <cp:revision>1003</cp:revision>
  <dc:subject/>
  <dc:title>PowerPoint 演示文稿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5</vt:i4>
  </property>
  <property fmtid="{D5CDD505-2E9C-101B-9397-08002B2CF9AE}" pid="3" name="ICV">
    <vt:lpwstr>1233FC2158BDED7B27DE41642CCEB39E_42</vt:lpwstr>
  </property>
  <property fmtid="{D5CDD505-2E9C-101B-9397-08002B2CF9AE}" pid="4" name="KSOProductBuildVer">
    <vt:lpwstr>2052-5.2.1.7798</vt:lpwstr>
  </property>
  <property fmtid="{D5CDD505-2E9C-101B-9397-08002B2CF9AE}" pid="5" name="Notes">
    <vt:i4>9</vt:i4>
  </property>
  <property fmtid="{D5CDD505-2E9C-101B-9397-08002B2CF9AE}" pid="6" name="PresentationFormat">
    <vt:lpwstr>Custom</vt:lpwstr>
  </property>
  <property fmtid="{D5CDD505-2E9C-101B-9397-08002B2CF9AE}" pid="7" name="Slides">
    <vt:i4>9</vt:i4>
  </property>
</Properties>
</file>