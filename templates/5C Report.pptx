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Masters/slideMaster11.xml" ContentType="application/vnd.openxmlformats-officedocument.presentationml.slideMaster+xml"/>
  <Override PartName="/ppt/slideMasters/slideMaster12.xml" ContentType="application/vnd.openxmlformats-officedocument.presentationml.slideMaster+xml"/>
  <Override PartName="/ppt/slideMasters/slideMaster13.xml" ContentType="application/vnd.openxmlformats-officedocument.presentationml.slideMaster+xml"/>
  <Override PartName="/ppt/slideMasters/slideMaster14.xml" ContentType="application/vnd.openxmlformats-officedocument.presentationml.slideMaster+xml"/>
  <Override PartName="/ppt/slideMasters/_rels/slideMaster1.xml.rels" ContentType="application/vnd.openxmlformats-package.relationships+xml"/>
  <Override PartName="/ppt/slideMasters/_rels/slideMaster2.xml.rels" ContentType="application/vnd.openxmlformats-package.relationships+xml"/>
  <Override PartName="/ppt/slideMasters/_rels/slideMaster3.xml.rels" ContentType="application/vnd.openxmlformats-package.relationships+xml"/>
  <Override PartName="/ppt/slideMasters/_rels/slideMaster4.xml.rels" ContentType="application/vnd.openxmlformats-package.relationships+xml"/>
  <Override PartName="/ppt/slideMasters/_rels/slideMaster5.xml.rels" ContentType="application/vnd.openxmlformats-package.relationships+xml"/>
  <Override PartName="/ppt/slideMasters/_rels/slideMaster6.xml.rels" ContentType="application/vnd.openxmlformats-package.relationships+xml"/>
  <Override PartName="/ppt/slideMasters/_rels/slideMaster7.xml.rels" ContentType="application/vnd.openxmlformats-package.relationships+xml"/>
  <Override PartName="/ppt/slideMasters/_rels/slideMaster8.xml.rels" ContentType="application/vnd.openxmlformats-package.relationships+xml"/>
  <Override PartName="/ppt/slideMasters/_rels/slideMaster9.xml.rels" ContentType="application/vnd.openxmlformats-package.relationships+xml"/>
  <Override PartName="/ppt/slideMasters/_rels/slideMaster10.xml.rels" ContentType="application/vnd.openxmlformats-package.relationships+xml"/>
  <Override PartName="/ppt/slideMasters/_rels/slideMaster11.xml.rels" ContentType="application/vnd.openxmlformats-package.relationships+xml"/>
  <Override PartName="/ppt/slideMasters/_rels/slideMaster12.xml.rels" ContentType="application/vnd.openxmlformats-package.relationships+xml"/>
  <Override PartName="/ppt/slideMasters/_rels/slideMaster13.xml.rels" ContentType="application/vnd.openxmlformats-package.relationships+xml"/>
  <Override PartName="/ppt/slideMasters/_rels/slideMaster14.xml.rels" ContentType="application/vnd.openxmlformats-package.relationship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theme/theme7.xml" ContentType="application/vnd.openxmlformats-officedocument.theme+xml"/>
  <Override PartName="/ppt/theme/theme8.xml" ContentType="application/vnd.openxmlformats-officedocument.theme+xml"/>
  <Override PartName="/ppt/theme/theme9.xml" ContentType="application/vnd.openxmlformats-officedocument.theme+xml"/>
  <Override PartName="/ppt/theme/theme10.xml" ContentType="application/vnd.openxmlformats-officedocument.theme+xml"/>
  <Override PartName="/ppt/theme/theme11.xml" ContentType="application/vnd.openxmlformats-officedocument.theme+xml"/>
  <Override PartName="/ppt/theme/theme12.xml" ContentType="application/vnd.openxmlformats-officedocument.theme+xml"/>
  <Override PartName="/ppt/theme/theme13.xml" ContentType="application/vnd.openxmlformats-officedocument.theme+xml"/>
  <Override PartName="/ppt/theme/theme14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_rels/slideLayout1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12.xml.rels" ContentType="application/vnd.openxmlformats-package.relationships+xml"/>
  <Override PartName="/ppt/slideLayouts/_rels/slideLayout13.xml.rels" ContentType="application/vnd.openxmlformats-package.relationships+xml"/>
  <Override PartName="/ppt/slideLayouts/_rels/slideLayout14.xml.rels" ContentType="application/vnd.openxmlformats-package.relationships+xml"/>
  <Override PartName="/ppt/media/image1.png" ContentType="image/png"/>
  <Override PartName="/ppt/_rels/presentation.xml.rels" ContentType="application/vnd.openxmlformats-package.relationships+xml"/>
  <Override PartName="/ppt/slides/slide1.xml" ContentType="application/vnd.openxmlformats-officedocument.presentationml.slide+xml"/>
  <Override PartName="/ppt/slides/_rels/slide1.xml.rels" ContentType="application/vnd.openxmlformats-package.relationships+xml"/>
  <Override PartName="/ppt/presProps.xml" ContentType="application/vnd.openxmlformats-officedocument.presentationml.presPro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50" r:id="rId3"/>
    <p:sldMasterId id="2147483652" r:id="rId4"/>
    <p:sldMasterId id="2147483654" r:id="rId5"/>
    <p:sldMasterId id="2147483656" r:id="rId6"/>
    <p:sldMasterId id="2147483658" r:id="rId7"/>
    <p:sldMasterId id="2147483660" r:id="rId8"/>
    <p:sldMasterId id="2147483662" r:id="rId9"/>
    <p:sldMasterId id="2147483664" r:id="rId10"/>
    <p:sldMasterId id="2147483666" r:id="rId11"/>
    <p:sldMasterId id="2147483668" r:id="rId12"/>
    <p:sldMasterId id="2147483670" r:id="rId13"/>
    <p:sldMasterId id="2147483672" r:id="rId14"/>
    <p:sldMasterId id="2147483674" r:id="rId15"/>
  </p:sldMasterIdLst>
  <p:sldIdLst>
    <p:sldId id="256" r:id="rId16"/>
  </p:sldIdLst>
  <p:sldSz cx="24384000" cy="13716000"/>
  <p:notesSz cx="7559675" cy="106918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3.xml"/><Relationship Id="rId5" Type="http://schemas.openxmlformats.org/officeDocument/2006/relationships/slideMaster" Target="slideMasters/slideMaster4.xml"/><Relationship Id="rId6" Type="http://schemas.openxmlformats.org/officeDocument/2006/relationships/slideMaster" Target="slideMasters/slideMaster5.xml"/><Relationship Id="rId7" Type="http://schemas.openxmlformats.org/officeDocument/2006/relationships/slideMaster" Target="slideMasters/slideMaster6.xml"/><Relationship Id="rId8" Type="http://schemas.openxmlformats.org/officeDocument/2006/relationships/slideMaster" Target="slideMasters/slideMaster7.xml"/><Relationship Id="rId9" Type="http://schemas.openxmlformats.org/officeDocument/2006/relationships/slideMaster" Target="slideMasters/slideMaster8.xml"/><Relationship Id="rId10" Type="http://schemas.openxmlformats.org/officeDocument/2006/relationships/slideMaster" Target="slideMasters/slideMaster9.xml"/><Relationship Id="rId11" Type="http://schemas.openxmlformats.org/officeDocument/2006/relationships/slideMaster" Target="slideMasters/slideMaster10.xml"/><Relationship Id="rId12" Type="http://schemas.openxmlformats.org/officeDocument/2006/relationships/slideMaster" Target="slideMasters/slideMaster11.xml"/><Relationship Id="rId13" Type="http://schemas.openxmlformats.org/officeDocument/2006/relationships/slideMaster" Target="slideMasters/slideMaster12.xml"/><Relationship Id="rId14" Type="http://schemas.openxmlformats.org/officeDocument/2006/relationships/slideMaster" Target="slideMasters/slideMaster13.xml"/><Relationship Id="rId15" Type="http://schemas.openxmlformats.org/officeDocument/2006/relationships/slideMaster" Target="slideMasters/slideMaster14.xml"/><Relationship Id="rId16" Type="http://schemas.openxmlformats.org/officeDocument/2006/relationships/slide" Target="slides/slide1.xml"/><Relationship Id="rId17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2.xml"/>
</Relationships>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4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&amp; 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laceHolder 1"/>
          <p:cNvSpPr>
            <a:spLocks noGrp="1"/>
          </p:cNvSpPr>
          <p:nvPr>
            <p:ph type="title"/>
          </p:nvPr>
        </p:nvSpPr>
        <p:spPr>
          <a:xfrm>
            <a:off x="1206360" y="2575080"/>
            <a:ext cx="21970080" cy="4647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2"/>
          <p:cNvSpPr>
            <a:spLocks noGrp="1"/>
          </p:cNvSpPr>
          <p:nvPr>
            <p:ph/>
          </p:nvPr>
        </p:nvSpPr>
        <p:spPr>
          <a:xfrm>
            <a:off x="1201320" y="11859840"/>
            <a:ext cx="21970080" cy="635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1"/>
          </p:nvPr>
        </p:nvSpPr>
        <p:spPr/>
        <p:txBody>
          <a:bodyPr/>
          <a:p>
            <a:fld id="{ABC297DE-2F9F-4B86-B338-CDF63A0E44AE}" type="slidenum">
              <a:t>&lt;#&gt;</a:t>
            </a:fld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Bullets (Categories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1206360" y="2575080"/>
            <a:ext cx="21970080" cy="4647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/>
          </p:nvPr>
        </p:nvSpPr>
        <p:spPr>
          <a:xfrm>
            <a:off x="1201320" y="11859840"/>
            <a:ext cx="21970080" cy="635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6419DD7E-5C13-418A-9D44-F647B5A75165}" type="slidenum">
              <a:t>&lt;#&gt;</a:t>
            </a:fld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PlaceHolder 1"/>
          <p:cNvSpPr>
            <a:spLocks noGrp="1"/>
          </p:cNvSpPr>
          <p:nvPr>
            <p:ph type="title"/>
          </p:nvPr>
        </p:nvSpPr>
        <p:spPr>
          <a:xfrm>
            <a:off x="1206360" y="2575080"/>
            <a:ext cx="21970080" cy="4647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" name="PlaceHolder 2"/>
          <p:cNvSpPr>
            <a:spLocks noGrp="1"/>
          </p:cNvSpPr>
          <p:nvPr>
            <p:ph/>
          </p:nvPr>
        </p:nvSpPr>
        <p:spPr>
          <a:xfrm>
            <a:off x="1201320" y="11859840"/>
            <a:ext cx="21970080" cy="635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E6C1DAAC-1E86-4B6E-BD2E-17EA2CFDCA4D}" type="slidenum">
              <a:t>&lt;#&gt;</a:t>
            </a:fld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默认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PlaceHolder 1"/>
          <p:cNvSpPr>
            <a:spLocks noGrp="1"/>
          </p:cNvSpPr>
          <p:nvPr>
            <p:ph type="title"/>
          </p:nvPr>
        </p:nvSpPr>
        <p:spPr>
          <a:xfrm>
            <a:off x="1206360" y="2575080"/>
            <a:ext cx="21970080" cy="4647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" name="PlaceHolder 2"/>
          <p:cNvSpPr>
            <a:spLocks noGrp="1"/>
          </p:cNvSpPr>
          <p:nvPr>
            <p:ph/>
          </p:nvPr>
        </p:nvSpPr>
        <p:spPr>
          <a:xfrm>
            <a:off x="1201320" y="11859840"/>
            <a:ext cx="21970080" cy="635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4"/>
          </p:nvPr>
        </p:nvSpPr>
        <p:spPr/>
        <p:txBody>
          <a:bodyPr/>
          <a:p>
            <a:fld id="{4412F2A7-B3B5-40A0-943D-307B05703377}" type="slidenum">
              <a:t>&lt;#&gt;</a:t>
            </a:fld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1206360" y="2575080"/>
            <a:ext cx="21970080" cy="4647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/>
          </p:nvPr>
        </p:nvSpPr>
        <p:spPr>
          <a:xfrm>
            <a:off x="1201320" y="11859840"/>
            <a:ext cx="21970080" cy="635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035E458B-01A2-457E-9437-E8D0C30C27A4}" type="slidenum">
              <a:t>&lt;#&gt;</a:t>
            </a:fld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PlaceHolder 1"/>
          <p:cNvSpPr>
            <a:spLocks noGrp="1"/>
          </p:cNvSpPr>
          <p:nvPr>
            <p:ph type="title"/>
          </p:nvPr>
        </p:nvSpPr>
        <p:spPr>
          <a:xfrm>
            <a:off x="1206360" y="2575080"/>
            <a:ext cx="21970080" cy="4647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" name="PlaceHolder 2"/>
          <p:cNvSpPr>
            <a:spLocks noGrp="1"/>
          </p:cNvSpPr>
          <p:nvPr>
            <p:ph/>
          </p:nvPr>
        </p:nvSpPr>
        <p:spPr>
          <a:xfrm>
            <a:off x="1201320" y="11859840"/>
            <a:ext cx="21970080" cy="635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6"/>
          </p:nvPr>
        </p:nvSpPr>
        <p:spPr/>
        <p:txBody>
          <a:bodyPr/>
          <a:p>
            <a:fld id="{9EF6DFCF-E79C-48E2-9ADD-8F69C64C640C}" type="slidenum">
              <a:t>&lt;#&gt;</a:t>
            </a:fld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, Bullets &amp; 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PlaceHolder 1"/>
          <p:cNvSpPr>
            <a:spLocks noGrp="1"/>
          </p:cNvSpPr>
          <p:nvPr>
            <p:ph type="title"/>
          </p:nvPr>
        </p:nvSpPr>
        <p:spPr>
          <a:xfrm>
            <a:off x="1206360" y="2575080"/>
            <a:ext cx="21970080" cy="4647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" name="PlaceHolder 2"/>
          <p:cNvSpPr>
            <a:spLocks noGrp="1"/>
          </p:cNvSpPr>
          <p:nvPr>
            <p:ph/>
          </p:nvPr>
        </p:nvSpPr>
        <p:spPr>
          <a:xfrm>
            <a:off x="1201320" y="11859840"/>
            <a:ext cx="21970080" cy="635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7"/>
          </p:nvPr>
        </p:nvSpPr>
        <p:spPr/>
        <p:txBody>
          <a:bodyPr/>
          <a:p>
            <a:fld id="{BE38898A-7BE2-4057-BFC6-5A90AC7CA2AB}" type="slidenum">
              <a:t>&lt;#&gt;</a:t>
            </a:fld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PlaceHolder 1"/>
          <p:cNvSpPr>
            <a:spLocks noGrp="1"/>
          </p:cNvSpPr>
          <p:nvPr>
            <p:ph type="title"/>
          </p:nvPr>
        </p:nvSpPr>
        <p:spPr>
          <a:xfrm>
            <a:off x="1206360" y="2575080"/>
            <a:ext cx="21970080" cy="4647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" name="PlaceHolder 2"/>
          <p:cNvSpPr>
            <a:spLocks noGrp="1"/>
          </p:cNvSpPr>
          <p:nvPr>
            <p:ph/>
          </p:nvPr>
        </p:nvSpPr>
        <p:spPr>
          <a:xfrm>
            <a:off x="1201320" y="11859840"/>
            <a:ext cx="21970080" cy="635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9ECD35BF-7F86-426F-A746-72CD1CDDE7FB}" type="slidenum">
              <a:t>&lt;#&gt;</a:t>
            </a:fld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Photo - 3 U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PlaceHolder 1"/>
          <p:cNvSpPr>
            <a:spLocks noGrp="1"/>
          </p:cNvSpPr>
          <p:nvPr>
            <p:ph type="title"/>
          </p:nvPr>
        </p:nvSpPr>
        <p:spPr>
          <a:xfrm>
            <a:off x="1206360" y="2575080"/>
            <a:ext cx="21970080" cy="4647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" name="PlaceHolder 2"/>
          <p:cNvSpPr>
            <a:spLocks noGrp="1"/>
          </p:cNvSpPr>
          <p:nvPr>
            <p:ph/>
          </p:nvPr>
        </p:nvSpPr>
        <p:spPr>
          <a:xfrm>
            <a:off x="1201320" y="11859840"/>
            <a:ext cx="21970080" cy="635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9"/>
          </p:nvPr>
        </p:nvSpPr>
        <p:spPr/>
        <p:txBody>
          <a:bodyPr/>
          <a:p>
            <a:fld id="{CEE5B2E9-C98E-43B4-90C0-CC3A2FA760DC}" type="slidenum">
              <a:t>&lt;#&gt;</a:t>
            </a:fld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PlaceHolder 1"/>
          <p:cNvSpPr>
            <a:spLocks noGrp="1"/>
          </p:cNvSpPr>
          <p:nvPr>
            <p:ph type="title"/>
          </p:nvPr>
        </p:nvSpPr>
        <p:spPr>
          <a:xfrm>
            <a:off x="1206360" y="2575080"/>
            <a:ext cx="21970080" cy="4647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" name="PlaceHolder 2"/>
          <p:cNvSpPr>
            <a:spLocks noGrp="1"/>
          </p:cNvSpPr>
          <p:nvPr>
            <p:ph/>
          </p:nvPr>
        </p:nvSpPr>
        <p:spPr>
          <a:xfrm>
            <a:off x="1201320" y="11859840"/>
            <a:ext cx="21970080" cy="635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10"/>
          </p:nvPr>
        </p:nvSpPr>
        <p:spPr/>
        <p:txBody>
          <a:bodyPr/>
          <a:p>
            <a:fld id="{CA94B192-2151-4A47-92E1-80601ADA7ED8}" type="slidenum">
              <a:t>&lt;#&gt;</a:t>
            </a:fld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默认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PlaceHolder 1"/>
          <p:cNvSpPr>
            <a:spLocks noGrp="1"/>
          </p:cNvSpPr>
          <p:nvPr>
            <p:ph type="title"/>
          </p:nvPr>
        </p:nvSpPr>
        <p:spPr>
          <a:xfrm>
            <a:off x="1206360" y="2575080"/>
            <a:ext cx="21970080" cy="4647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" name="PlaceHolder 2"/>
          <p:cNvSpPr>
            <a:spLocks noGrp="1"/>
          </p:cNvSpPr>
          <p:nvPr>
            <p:ph/>
          </p:nvPr>
        </p:nvSpPr>
        <p:spPr>
          <a:xfrm>
            <a:off x="1201320" y="11859840"/>
            <a:ext cx="21970080" cy="635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174C7AB1-A8D1-4792-A69C-73173BA70F30}" type="slidenum">
              <a:t>&lt;#&gt;</a:t>
            </a:fld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預設簡報設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PlaceHolder 1"/>
          <p:cNvSpPr>
            <a:spLocks noGrp="1"/>
          </p:cNvSpPr>
          <p:nvPr>
            <p:ph type="title"/>
          </p:nvPr>
        </p:nvSpPr>
        <p:spPr>
          <a:xfrm>
            <a:off x="1206360" y="2575080"/>
            <a:ext cx="21970080" cy="4647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" name="PlaceHolder 2"/>
          <p:cNvSpPr>
            <a:spLocks noGrp="1"/>
          </p:cNvSpPr>
          <p:nvPr>
            <p:ph/>
          </p:nvPr>
        </p:nvSpPr>
        <p:spPr>
          <a:xfrm>
            <a:off x="1201320" y="11859840"/>
            <a:ext cx="21970080" cy="635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12"/>
          </p:nvPr>
        </p:nvSpPr>
        <p:spPr/>
        <p:txBody>
          <a:bodyPr/>
          <a:p>
            <a:fld id="{6CDE9D46-F77A-4D44-99E7-9E285A8C6665}" type="slidenum">
              <a:t>&lt;#&gt;</a:t>
            </a:fld>
          </a:p>
        </p:txBody>
      </p:sp>
    </p:spTree>
  </p:cSld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PlaceHolder 1"/>
          <p:cNvSpPr>
            <a:spLocks noGrp="1"/>
          </p:cNvSpPr>
          <p:nvPr>
            <p:ph type="title"/>
          </p:nvPr>
        </p:nvSpPr>
        <p:spPr>
          <a:xfrm>
            <a:off x="1206360" y="2575080"/>
            <a:ext cx="21970080" cy="4647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" name="PlaceHolder 2"/>
          <p:cNvSpPr>
            <a:spLocks noGrp="1"/>
          </p:cNvSpPr>
          <p:nvPr>
            <p:ph/>
          </p:nvPr>
        </p:nvSpPr>
        <p:spPr>
          <a:xfrm>
            <a:off x="1201320" y="11859840"/>
            <a:ext cx="21970080" cy="635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默认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PlaceHolder 1"/>
          <p:cNvSpPr>
            <a:spLocks noGrp="1"/>
          </p:cNvSpPr>
          <p:nvPr>
            <p:ph type="title"/>
          </p:nvPr>
        </p:nvSpPr>
        <p:spPr>
          <a:xfrm>
            <a:off x="1206360" y="2575080"/>
            <a:ext cx="21970080" cy="4647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" name="PlaceHolder 2"/>
          <p:cNvSpPr>
            <a:spLocks noGrp="1"/>
          </p:cNvSpPr>
          <p:nvPr>
            <p:ph/>
          </p:nvPr>
        </p:nvSpPr>
        <p:spPr>
          <a:xfrm>
            <a:off x="1201320" y="11859840"/>
            <a:ext cx="21970080" cy="635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13"/>
          </p:nvPr>
        </p:nvSpPr>
        <p:spPr/>
        <p:txBody>
          <a:bodyPr/>
          <a:p>
            <a:fld id="{77CAD127-4093-406D-9BEA-E309F60C2D6E}" type="slidenum">
              <a:t>&lt;#&gt;</a:t>
            </a:fld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2.xml"/>
</Relationships>
</file>

<file path=ppt/slideMasters/_rels/slideMaster3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slideLayout" Target="../slideLayouts/slideLayout3.xml"/>
</Relationships>
</file>

<file path=ppt/slideMasters/_rels/slideMaster4.xml.rels><?xml version="1.0" encoding="UTF-8"?>
<Relationships xmlns="http://schemas.openxmlformats.org/package/2006/relationships"><Relationship Id="rId1" Type="http://schemas.openxmlformats.org/officeDocument/2006/relationships/theme" Target="../theme/theme4.xml"/><Relationship Id="rId2" Type="http://schemas.openxmlformats.org/officeDocument/2006/relationships/slideLayout" Target="../slideLayouts/slideLayout4.xml"/>
</Relationships>
</file>

<file path=ppt/slideMasters/_rels/slideMaster5.xml.rels><?xml version="1.0" encoding="UTF-8"?>
<Relationships xmlns="http://schemas.openxmlformats.org/package/2006/relationships"><Relationship Id="rId1" Type="http://schemas.openxmlformats.org/officeDocument/2006/relationships/theme" Target="../theme/theme5.xml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5.xml"/>
</Relationships>
</file>

<file path=ppt/slideMasters/_rels/slideMaster6.xml.rels><?xml version="1.0" encoding="UTF-8"?>
<Relationships xmlns="http://schemas.openxmlformats.org/package/2006/relationships"><Relationship Id="rId1" Type="http://schemas.openxmlformats.org/officeDocument/2006/relationships/theme" Target="../theme/theme6.xml"/><Relationship Id="rId2" Type="http://schemas.openxmlformats.org/officeDocument/2006/relationships/slideLayout" Target="../slideLayouts/slideLayout6.xml"/>
</Relationships>
</file>

<file path=ppt/slideMasters/_rels/slideMaster7.xml.rels><?xml version="1.0" encoding="UTF-8"?>
<Relationships xmlns="http://schemas.openxmlformats.org/package/2006/relationships"><Relationship Id="rId1" Type="http://schemas.openxmlformats.org/officeDocument/2006/relationships/theme" Target="../theme/theme7.xml"/><Relationship Id="rId2" Type="http://schemas.openxmlformats.org/officeDocument/2006/relationships/slideLayout" Target="../slideLayouts/slideLayout7.xml"/>
</Relationships>
</file>

<file path=ppt/slideMasters/_rels/slideMaster8.xml.rels><?xml version="1.0" encoding="UTF-8"?>
<Relationships xmlns="http://schemas.openxmlformats.org/package/2006/relationships"><Relationship Id="rId1" Type="http://schemas.openxmlformats.org/officeDocument/2006/relationships/theme" Target="../theme/theme8.xml"/><Relationship Id="rId2" Type="http://schemas.openxmlformats.org/officeDocument/2006/relationships/slideLayout" Target="../slideLayouts/slideLayout8.xml"/>
</Relationships>
</file>

<file path=ppt/slideMasters/_rels/slideMaster9.xml.rels><?xml version="1.0" encoding="UTF-8"?>
<Relationships xmlns="http://schemas.openxmlformats.org/package/2006/relationships"><Relationship Id="rId1" Type="http://schemas.openxmlformats.org/officeDocument/2006/relationships/theme" Target="../theme/theme9.xml"/><Relationship Id="rId2" Type="http://schemas.openxmlformats.org/officeDocument/2006/relationships/slideLayout" Target="../slideLayouts/slideLayout9.xml"/>
</Relationships>
</file>

<file path=ppt/slideMasters/_rels/slideMaster10.xml.rels><?xml version="1.0" encoding="UTF-8"?>
<Relationships xmlns="http://schemas.openxmlformats.org/package/2006/relationships"><Relationship Id="rId1" Type="http://schemas.openxmlformats.org/officeDocument/2006/relationships/theme" Target="../theme/theme10.xml"/><Relationship Id="rId2" Type="http://schemas.openxmlformats.org/officeDocument/2006/relationships/slideLayout" Target="../slideLayouts/slideLayout10.xml"/>
</Relationships>
</file>

<file path=ppt/slideMasters/_rels/slideMaster11.xml.rels><?xml version="1.0" encoding="UTF-8"?>
<Relationships xmlns="http://schemas.openxmlformats.org/package/2006/relationships"><Relationship Id="rId1" Type="http://schemas.openxmlformats.org/officeDocument/2006/relationships/theme" Target="../theme/theme11.xml"/><Relationship Id="rId2" Type="http://schemas.openxmlformats.org/officeDocument/2006/relationships/slideLayout" Target="../slideLayouts/slideLayout11.xml"/>
</Relationships>
</file>

<file path=ppt/slideMasters/_rels/slideMaster12.xml.rels><?xml version="1.0" encoding="UTF-8"?>
<Relationships xmlns="http://schemas.openxmlformats.org/package/2006/relationships"><Relationship Id="rId1" Type="http://schemas.openxmlformats.org/officeDocument/2006/relationships/theme" Target="../theme/theme12.xml"/><Relationship Id="rId2" Type="http://schemas.openxmlformats.org/officeDocument/2006/relationships/slideLayout" Target="../slideLayouts/slideLayout12.xml"/>
</Relationships>
</file>

<file path=ppt/slideMasters/_rels/slideMaster13.xml.rels><?xml version="1.0" encoding="UTF-8"?>
<Relationships xmlns="http://schemas.openxmlformats.org/package/2006/relationships"><Relationship Id="rId1" Type="http://schemas.openxmlformats.org/officeDocument/2006/relationships/theme" Target="../theme/theme13.xml"/><Relationship Id="rId2" Type="http://schemas.openxmlformats.org/officeDocument/2006/relationships/slideLayout" Target="../slideLayouts/slideLayout13.xml"/>
</Relationships>
</file>

<file path=ppt/slideMasters/_rels/slideMaster14.xml.rels><?xml version="1.0" encoding="UTF-8"?>
<Relationships xmlns="http://schemas.openxmlformats.org/package/2006/relationships"><Relationship Id="rId1" Type="http://schemas.openxmlformats.org/officeDocument/2006/relationships/theme" Target="../theme/theme14.xml"/><Relationship Id="rId2" Type="http://schemas.openxmlformats.org/officeDocument/2006/relationships/slideLayout" Target="../slideLayouts/slideLayout14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1206360" y="2575080"/>
            <a:ext cx="21970080" cy="4647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zh-CN" sz="1800" spc="-1" strike="noStrike">
                <a:solidFill>
                  <a:srgbClr val="000000"/>
                </a:solidFill>
                <a:latin typeface="Arial"/>
              </a:rPr>
              <a:t>单击以编辑标题文本格式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1201320" y="11859840"/>
            <a:ext cx="21970080" cy="635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7777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zh-CN" sz="1800" spc="-1" strike="noStrike">
                <a:solidFill>
                  <a:srgbClr val="000000"/>
                </a:solidFill>
                <a:latin typeface="Arial"/>
              </a:rPr>
              <a:t>点击以编辑提纲文本格式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zh-CN" sz="1800" spc="-1" strike="noStrike">
                <a:solidFill>
                  <a:srgbClr val="000000"/>
                </a:solidFill>
                <a:latin typeface="Arial"/>
              </a:rPr>
              <a:t>第二提纲级别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zh-CN" sz="1800" spc="-1" strike="noStrike">
                <a:solidFill>
                  <a:srgbClr val="000000"/>
                </a:solidFill>
                <a:latin typeface="Arial"/>
              </a:rPr>
              <a:t>第三提纲级别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zh-CN" sz="1800" spc="-1" strike="noStrike">
                <a:solidFill>
                  <a:srgbClr val="000000"/>
                </a:solidFill>
                <a:latin typeface="Arial"/>
              </a:rPr>
              <a:t>第四提纲级别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zh-CN" sz="1800" spc="-1" strike="noStrike">
                <a:solidFill>
                  <a:srgbClr val="000000"/>
                </a:solidFill>
                <a:latin typeface="Arial"/>
              </a:rPr>
              <a:t>第五提纲级别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zh-CN" sz="1800" spc="-1" strike="noStrike">
                <a:solidFill>
                  <a:srgbClr val="000000"/>
                </a:solidFill>
                <a:latin typeface="Arial"/>
              </a:rPr>
              <a:t>第六提纲级别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zh-CN" sz="1800" spc="-1" strike="noStrike">
                <a:solidFill>
                  <a:srgbClr val="000000"/>
                </a:solidFill>
                <a:latin typeface="Arial"/>
              </a:rPr>
              <a:t>第七提纲级别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sldNum" idx="1"/>
          </p:nvPr>
        </p:nvSpPr>
        <p:spPr>
          <a:xfrm>
            <a:off x="11959200" y="13080960"/>
            <a:ext cx="452160" cy="460080"/>
          </a:xfrm>
          <a:prstGeom prst="rect">
            <a:avLst/>
          </a:prstGeom>
          <a:noFill/>
          <a:ln w="12600">
            <a:noFill/>
          </a:ln>
        </p:spPr>
        <p:txBody>
          <a:bodyPr lIns="50760" rIns="50760" tIns="50760" bIns="50760" anchor="t">
            <a:noAutofit/>
          </a:bodyPr>
          <a:lstStyle>
            <a:lvl1pPr indent="0" algn="ctr" defTabSz="825480">
              <a:lnSpc>
                <a:spcPct val="100000"/>
              </a:lnSpc>
              <a:buNone/>
              <a:tabLst>
                <a:tab algn="l" pos="0"/>
              </a:tabLst>
              <a:defRPr b="0" lang="en-US" sz="2400" spc="-1" strike="noStrike">
                <a:solidFill>
                  <a:srgbClr val="000000"/>
                </a:solidFill>
                <a:latin typeface="Helvetica Neue Light"/>
                <a:ea typeface="Helvetica Neue Light"/>
              </a:defRPr>
            </a:lvl1pPr>
          </a:lstStyle>
          <a:p>
            <a:pPr indent="0" algn="ctr" defTabSz="825480">
              <a:lnSpc>
                <a:spcPct val="100000"/>
              </a:lnSpc>
              <a:buNone/>
              <a:tabLst>
                <a:tab algn="l" pos="0"/>
              </a:tabLst>
            </a:pPr>
            <a:fld id="{F671D510-4232-46D8-BE2A-C1F2725866EA}" type="slidenum">
              <a:rPr b="0" lang="en-US" sz="2400" spc="-1" strike="noStrike">
                <a:solidFill>
                  <a:srgbClr val="000000"/>
                </a:solidFill>
                <a:latin typeface="Helvetica Neue Light"/>
                <a:ea typeface="Helvetica Neue Light"/>
              </a:rPr>
              <a:t>&lt;编号&gt;</a:t>
            </a:fld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"/>
          <p:cNvSpPr/>
          <p:nvPr/>
        </p:nvSpPr>
        <p:spPr>
          <a:xfrm>
            <a:off x="-95400" y="13392000"/>
            <a:ext cx="24516360" cy="456120"/>
          </a:xfrm>
          <a:prstGeom prst="rect">
            <a:avLst/>
          </a:prstGeom>
          <a:solidFill>
            <a:srgbClr val="d6d6d6"/>
          </a:solidFill>
          <a:ln w="12700">
            <a:noFill/>
          </a:ln>
        </p:spPr>
        <p:style>
          <a:lnRef idx="0"/>
          <a:fillRef idx="0"/>
          <a:effectRef idx="0"/>
          <a:fontRef idx="minor"/>
        </p:style>
        <p:txBody>
          <a:bodyPr lIns="76320" rIns="76320" tIns="76320" bIns="76320" anchor="ctr">
            <a:noAutofit/>
          </a:bodyPr>
          <a:p>
            <a:pPr algn="ctr" defTabSz="819000">
              <a:lnSpc>
                <a:spcPct val="100000"/>
              </a:lnSpc>
              <a:tabLst>
                <a:tab algn="l" pos="0"/>
              </a:tabLst>
            </a:pPr>
            <a:endParaRPr b="0" lang="en-US" sz="4800" spc="-1" strike="noStrike">
              <a:solidFill>
                <a:srgbClr val="ffffff"/>
              </a:solidFill>
              <a:latin typeface="Gill Sans"/>
              <a:ea typeface="Gill Sans"/>
            </a:endParaRPr>
          </a:p>
        </p:txBody>
      </p:sp>
      <p:sp>
        <p:nvSpPr>
          <p:cNvPr id="6" name="Line"/>
          <p:cNvSpPr/>
          <p:nvPr/>
        </p:nvSpPr>
        <p:spPr>
          <a:xfrm>
            <a:off x="516960" y="1257120"/>
            <a:ext cx="23315760" cy="360"/>
          </a:xfrm>
          <a:prstGeom prst="line">
            <a:avLst/>
          </a:prstGeom>
          <a:ln w="12700">
            <a:solidFill>
              <a:srgbClr val="929292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68400" rIns="68400" tIns="0" bIns="0" anchor="t">
            <a:noAutofit/>
          </a:bodyPr>
          <a:p>
            <a:endParaRPr b="0" lang="en-US" sz="3000" spc="-1" strike="noStrike">
              <a:solidFill>
                <a:srgbClr val="000000"/>
              </a:solidFill>
              <a:latin typeface="Helvetica Neue Light"/>
              <a:ea typeface="Helvetica Neue Light"/>
            </a:endParaRPr>
          </a:p>
        </p:txBody>
      </p:sp>
      <p:graphicFrame>
        <p:nvGraphicFramePr>
          <p:cNvPr id="7" name="Table"/>
          <p:cNvGraphicFramePr/>
          <p:nvPr/>
        </p:nvGraphicFramePr>
        <p:xfrm>
          <a:off x="57240" y="13373280"/>
          <a:ext cx="24274800" cy="353520"/>
        </p:xfrm>
        <a:graphic>
          <a:graphicData uri="http://schemas.openxmlformats.org/drawingml/2006/table">
            <a:tbl>
              <a:tblPr/>
              <a:tblGrid>
                <a:gridCol w="8091720"/>
                <a:gridCol w="8091720"/>
                <a:gridCol w="8091720"/>
              </a:tblGrid>
              <a:tr h="353520">
                <a:tc>
                  <a:txBody>
                    <a:bodyPr lIns="50760" rIns="50760" anchor="ctr">
                      <a:noAutofit/>
                    </a:bodyPr>
                    <a:p>
                      <a:pPr defTabSz="13716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400" spc="-1" strike="noStrike">
                          <a:solidFill>
                            <a:srgbClr val="606060"/>
                          </a:solidFill>
                          <a:latin typeface="Helvetica Neue Light"/>
                          <a:ea typeface="Helvetica Neue Light"/>
                        </a:rPr>
                        <a:t>11/8/2021</a:t>
                      </a:r>
                      <a:endParaRPr b="0" lang="en-US" sz="1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50760" marR="507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noFill/>
                  </a:tcPr>
                </a:tc>
                <a:tc>
                  <a:txBody>
                    <a:bodyPr lIns="50760" rIns="50760" anchor="ctr">
                      <a:noAutofit/>
                    </a:bodyPr>
                    <a:p>
                      <a:pPr algn="ctr" defTabSz="13716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400" spc="-1" strike="noStrike">
                          <a:solidFill>
                            <a:srgbClr val="606060"/>
                          </a:solidFill>
                          <a:latin typeface="Helvetica Neue Light"/>
                          <a:ea typeface="Helvetica Neue Light"/>
                        </a:rPr>
                        <a:t>Page</a:t>
                      </a:r>
                      <a:endParaRPr b="0" lang="en-US" sz="1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50760" marR="507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noFill/>
                  </a:tcPr>
                </a:tc>
                <a:tc>
                  <a:txBody>
                    <a:bodyPr lIns="50760" rIns="50760" anchor="ctr">
                      <a:noAutofit/>
                    </a:bodyPr>
                    <a:p>
                      <a:pPr algn="r" defTabSz="13716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400" spc="-1" strike="noStrike">
                          <a:solidFill>
                            <a:srgbClr val="606060"/>
                          </a:solidFill>
                          <a:latin typeface="Helvetica Neue Light"/>
                          <a:ea typeface="Helvetica Neue Light"/>
                        </a:rPr>
                        <a:t>Apple Confidential</a:t>
                      </a:r>
                      <a:endParaRPr b="0" lang="en-US" sz="1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50760" marR="507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8" name="PlaceHolder 1"/>
          <p:cNvSpPr>
            <a:spLocks noGrp="1"/>
          </p:cNvSpPr>
          <p:nvPr>
            <p:ph type="title"/>
          </p:nvPr>
        </p:nvSpPr>
        <p:spPr>
          <a:xfrm>
            <a:off x="1206360" y="2575080"/>
            <a:ext cx="21970080" cy="4647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zh-CN" sz="1800" spc="-1" strike="noStrike">
                <a:solidFill>
                  <a:srgbClr val="000000"/>
                </a:solidFill>
                <a:latin typeface="Arial"/>
              </a:rPr>
              <a:t>单击以编辑标题文本格式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2"/>
          <p:cNvSpPr>
            <a:spLocks noGrp="1"/>
          </p:cNvSpPr>
          <p:nvPr>
            <p:ph type="body"/>
          </p:nvPr>
        </p:nvSpPr>
        <p:spPr>
          <a:xfrm>
            <a:off x="1201320" y="11859840"/>
            <a:ext cx="21970080" cy="635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7777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zh-CN" sz="1800" spc="-1" strike="noStrike">
                <a:solidFill>
                  <a:srgbClr val="000000"/>
                </a:solidFill>
                <a:latin typeface="Arial"/>
              </a:rPr>
              <a:t>点击以编辑提纲文本格式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zh-CN" sz="1800" spc="-1" strike="noStrike">
                <a:solidFill>
                  <a:srgbClr val="000000"/>
                </a:solidFill>
                <a:latin typeface="Arial"/>
              </a:rPr>
              <a:t>第二提纲级别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zh-CN" sz="1800" spc="-1" strike="noStrike">
                <a:solidFill>
                  <a:srgbClr val="000000"/>
                </a:solidFill>
                <a:latin typeface="Arial"/>
              </a:rPr>
              <a:t>第三提纲级别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zh-CN" sz="1800" spc="-1" strike="noStrike">
                <a:solidFill>
                  <a:srgbClr val="000000"/>
                </a:solidFill>
                <a:latin typeface="Arial"/>
              </a:rPr>
              <a:t>第四提纲级别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zh-CN" sz="1800" spc="-1" strike="noStrike">
                <a:solidFill>
                  <a:srgbClr val="000000"/>
                </a:solidFill>
                <a:latin typeface="Arial"/>
              </a:rPr>
              <a:t>第五提纲级别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zh-CN" sz="1800" spc="-1" strike="noStrike">
                <a:solidFill>
                  <a:srgbClr val="000000"/>
                </a:solidFill>
                <a:latin typeface="Arial"/>
              </a:rPr>
              <a:t>第六提纲级别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zh-CN" sz="1800" spc="-1" strike="noStrike">
                <a:solidFill>
                  <a:srgbClr val="000000"/>
                </a:solidFill>
                <a:latin typeface="Arial"/>
              </a:rPr>
              <a:t>第七提纲级别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" name="PlaceHolder 3"/>
          <p:cNvSpPr>
            <a:spLocks noGrp="1"/>
          </p:cNvSpPr>
          <p:nvPr>
            <p:ph type="sldNum" idx="2"/>
          </p:nvPr>
        </p:nvSpPr>
        <p:spPr>
          <a:xfrm>
            <a:off x="12408120" y="13390920"/>
            <a:ext cx="361800" cy="362160"/>
          </a:xfrm>
          <a:prstGeom prst="rect">
            <a:avLst/>
          </a:prstGeom>
          <a:noFill/>
          <a:ln w="12600">
            <a:noFill/>
          </a:ln>
        </p:spPr>
        <p:txBody>
          <a:bodyPr lIns="76320" rIns="76320" tIns="76320" bIns="76320" anchor="b">
            <a:noAutofit/>
          </a:bodyPr>
          <a:lstStyle>
            <a:lvl1pPr indent="0" algn="ctr" defTabSz="819000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606060"/>
                </a:solidFill>
                <a:latin typeface="Helvetica Neue Light"/>
                <a:ea typeface="Helvetica Neue Light"/>
              </a:defRPr>
            </a:lvl1pPr>
          </a:lstStyle>
          <a:p>
            <a:pPr indent="0" algn="ctr" defTabSz="819000">
              <a:lnSpc>
                <a:spcPct val="100000"/>
              </a:lnSpc>
              <a:buNone/>
              <a:tabLst>
                <a:tab algn="l" pos="0"/>
              </a:tabLst>
            </a:pPr>
            <a:fld id="{85D13565-6CCD-46E2-A192-11AB73237CDA}" type="slidenum">
              <a:rPr b="0" lang="en-US" sz="1400" spc="-1" strike="noStrike">
                <a:solidFill>
                  <a:srgbClr val="606060"/>
                </a:solidFill>
                <a:latin typeface="Helvetica Neue Light"/>
                <a:ea typeface="Helvetica Neue Light"/>
              </a:rPr>
              <a:t>&lt;编号&gt;</a:t>
            </a:fld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1" r:id="rId2"/>
  </p:sldLayoutIdLst>
</p:sldMaster>
</file>

<file path=ppt/slideMasters/slideMaster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矩形"/>
          <p:cNvSpPr/>
          <p:nvPr/>
        </p:nvSpPr>
        <p:spPr>
          <a:xfrm>
            <a:off x="-88920" y="13398480"/>
            <a:ext cx="27075240" cy="468720"/>
          </a:xfrm>
          <a:prstGeom prst="rect">
            <a:avLst/>
          </a:prstGeom>
          <a:solidFill>
            <a:srgbClr val="d6d6d6"/>
          </a:solidFill>
          <a:ln w="12700">
            <a:noFill/>
          </a:ln>
        </p:spPr>
        <p:style>
          <a:lnRef idx="0"/>
          <a:fillRef idx="0"/>
          <a:effectRef idx="0"/>
          <a:fontRef idx="minor"/>
        </p:style>
        <p:txBody>
          <a:bodyPr lIns="38160" rIns="38160" tIns="38160" bIns="38160" anchor="ctr">
            <a:noAutofit/>
          </a:bodyPr>
          <a:p>
            <a:pPr algn="ctr" defTabSz="1238400">
              <a:lnSpc>
                <a:spcPct val="100000"/>
              </a:lnSpc>
              <a:tabLst>
                <a:tab algn="l" pos="0"/>
              </a:tabLst>
            </a:pPr>
            <a:endParaRPr b="0" lang="en-US" sz="4800" spc="-1" strike="noStrike">
              <a:solidFill>
                <a:srgbClr val="000000"/>
              </a:solidFill>
              <a:latin typeface="Helvetica Neue Light"/>
              <a:ea typeface="Helvetica Neue Light"/>
            </a:endParaRPr>
          </a:p>
        </p:txBody>
      </p:sp>
      <p:sp>
        <p:nvSpPr>
          <p:cNvPr id="14" name="线条"/>
          <p:cNvSpPr/>
          <p:nvPr/>
        </p:nvSpPr>
        <p:spPr>
          <a:xfrm>
            <a:off x="516960" y="1244520"/>
            <a:ext cx="23315760" cy="360"/>
          </a:xfrm>
          <a:prstGeom prst="line">
            <a:avLst/>
          </a:prstGeom>
          <a:ln w="3175">
            <a:solidFill>
              <a:srgbClr val="929292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endParaRPr b="0" lang="en-US" sz="1200" spc="-1" strike="noStrike">
              <a:solidFill>
                <a:srgbClr val="000000"/>
              </a:solidFill>
              <a:latin typeface="Arial"/>
              <a:ea typeface="Arial"/>
            </a:endParaRPr>
          </a:p>
        </p:txBody>
      </p:sp>
      <p:graphicFrame>
        <p:nvGraphicFramePr>
          <p:cNvPr id="15" name="Table 1-1"/>
          <p:cNvGraphicFramePr/>
          <p:nvPr/>
        </p:nvGraphicFramePr>
        <p:xfrm>
          <a:off x="76320" y="13347720"/>
          <a:ext cx="24291000" cy="365040"/>
        </p:xfrm>
        <a:graphic>
          <a:graphicData uri="http://schemas.openxmlformats.org/drawingml/2006/table">
            <a:tbl>
              <a:tblPr/>
              <a:tblGrid>
                <a:gridCol w="8097120"/>
                <a:gridCol w="8097120"/>
                <a:gridCol w="8097120"/>
              </a:tblGrid>
              <a:tr h="365040">
                <a:tc>
                  <a:txBody>
                    <a:bodyPr lIns="50760" rIns="50760" anchor="ctr">
                      <a:noAutofit/>
                    </a:bodyPr>
                    <a:p>
                      <a:endParaRPr b="0" lang="en-US" sz="1200" spc="-1" strike="noStrike">
                        <a:solidFill>
                          <a:srgbClr val="606060"/>
                        </a:solidFill>
                        <a:latin typeface="Helvetica Neue Light"/>
                        <a:ea typeface="Helvetica Neue Light"/>
                      </a:endParaRPr>
                    </a:p>
                  </a:txBody>
                  <a:tcPr anchor="ctr" marL="50760" marR="50760">
                    <a:lnL w="2880">
                      <a:noFill/>
                      <a:prstDash val="solid"/>
                    </a:lnL>
                    <a:lnR w="2880">
                      <a:noFill/>
                      <a:prstDash val="solid"/>
                    </a:lnR>
                    <a:lnT w="2880">
                      <a:noFill/>
                      <a:prstDash val="solid"/>
                    </a:lnT>
                    <a:lnB w="2880">
                      <a:noFill/>
                      <a:prstDash val="solid"/>
                    </a:lnB>
                    <a:noFill/>
                  </a:tcPr>
                </a:tc>
                <a:tc>
                  <a:txBody>
                    <a:bodyPr lIns="50760" rIns="5076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200" spc="-1" strike="noStrike">
                          <a:solidFill>
                            <a:srgbClr val="606060"/>
                          </a:solidFill>
                          <a:latin typeface="Helvetica Neue Light"/>
                          <a:ea typeface="Helvetica Neue Light"/>
                        </a:rPr>
                        <a:t>Page</a:t>
                      </a:r>
                      <a:endParaRPr b="0" lang="en-US" sz="12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50760" marR="50760">
                    <a:lnL w="2880">
                      <a:noFill/>
                      <a:prstDash val="solid"/>
                    </a:lnL>
                    <a:lnR w="2880">
                      <a:noFill/>
                      <a:prstDash val="solid"/>
                    </a:lnR>
                    <a:lnT w="2880">
                      <a:noFill/>
                      <a:prstDash val="solid"/>
                    </a:lnT>
                    <a:lnB w="2880">
                      <a:noFill/>
                      <a:prstDash val="solid"/>
                    </a:lnB>
                    <a:noFill/>
                  </a:tcPr>
                </a:tc>
                <a:tc>
                  <a:txBody>
                    <a:bodyPr lIns="50760" rIns="5076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200" spc="-1" strike="noStrike">
                          <a:solidFill>
                            <a:srgbClr val="606060"/>
                          </a:solidFill>
                          <a:latin typeface="Helvetica Neue Light"/>
                          <a:ea typeface="Helvetica Neue Light"/>
                        </a:rPr>
                        <a:t>Manufacturing Design - Apple Confidential</a:t>
                      </a:r>
                      <a:endParaRPr b="0" lang="en-US" sz="12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50760" marR="50760">
                    <a:lnL w="2880">
                      <a:noFill/>
                      <a:prstDash val="solid"/>
                    </a:lnL>
                    <a:lnR w="2880">
                      <a:noFill/>
                      <a:prstDash val="solid"/>
                    </a:lnR>
                    <a:lnT w="2880">
                      <a:noFill/>
                      <a:prstDash val="solid"/>
                    </a:lnT>
                    <a:lnB w="2880">
                      <a:noFill/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16" name="PlaceHolder 1"/>
          <p:cNvSpPr>
            <a:spLocks noGrp="1"/>
          </p:cNvSpPr>
          <p:nvPr>
            <p:ph type="title"/>
          </p:nvPr>
        </p:nvSpPr>
        <p:spPr>
          <a:xfrm>
            <a:off x="1206360" y="2575080"/>
            <a:ext cx="21970080" cy="4647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zh-CN" sz="1800" spc="-1" strike="noStrike">
                <a:solidFill>
                  <a:srgbClr val="000000"/>
                </a:solidFill>
                <a:latin typeface="Arial"/>
              </a:rPr>
              <a:t>单击以编辑标题文本格式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" name="PlaceHolder 2"/>
          <p:cNvSpPr>
            <a:spLocks noGrp="1"/>
          </p:cNvSpPr>
          <p:nvPr>
            <p:ph type="body"/>
          </p:nvPr>
        </p:nvSpPr>
        <p:spPr>
          <a:xfrm>
            <a:off x="1201320" y="11859840"/>
            <a:ext cx="21970080" cy="635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7777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zh-CN" sz="1800" spc="-1" strike="noStrike">
                <a:solidFill>
                  <a:srgbClr val="000000"/>
                </a:solidFill>
                <a:latin typeface="Arial"/>
              </a:rPr>
              <a:t>点击以编辑提纲文本格式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zh-CN" sz="1800" spc="-1" strike="noStrike">
                <a:solidFill>
                  <a:srgbClr val="000000"/>
                </a:solidFill>
                <a:latin typeface="Arial"/>
              </a:rPr>
              <a:t>第二提纲级别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zh-CN" sz="1800" spc="-1" strike="noStrike">
                <a:solidFill>
                  <a:srgbClr val="000000"/>
                </a:solidFill>
                <a:latin typeface="Arial"/>
              </a:rPr>
              <a:t>第三提纲级别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zh-CN" sz="1800" spc="-1" strike="noStrike">
                <a:solidFill>
                  <a:srgbClr val="000000"/>
                </a:solidFill>
                <a:latin typeface="Arial"/>
              </a:rPr>
              <a:t>第四提纲级别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zh-CN" sz="1800" spc="-1" strike="noStrike">
                <a:solidFill>
                  <a:srgbClr val="000000"/>
                </a:solidFill>
                <a:latin typeface="Arial"/>
              </a:rPr>
              <a:t>第五提纲级别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zh-CN" sz="1800" spc="-1" strike="noStrike">
                <a:solidFill>
                  <a:srgbClr val="000000"/>
                </a:solidFill>
                <a:latin typeface="Arial"/>
              </a:rPr>
              <a:t>第六提纲级别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zh-CN" sz="1800" spc="-1" strike="noStrike">
                <a:solidFill>
                  <a:srgbClr val="000000"/>
                </a:solidFill>
                <a:latin typeface="Arial"/>
              </a:rPr>
              <a:t>第七提纲级别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" name="PlaceHolder 3"/>
          <p:cNvSpPr>
            <a:spLocks noGrp="1"/>
          </p:cNvSpPr>
          <p:nvPr>
            <p:ph type="sldNum" idx="3"/>
          </p:nvPr>
        </p:nvSpPr>
        <p:spPr>
          <a:xfrm>
            <a:off x="12482640" y="13373280"/>
            <a:ext cx="282600" cy="286560"/>
          </a:xfrm>
          <a:prstGeom prst="rect">
            <a:avLst/>
          </a:prstGeom>
          <a:noFill/>
          <a:ln w="12600">
            <a:noFill/>
          </a:ln>
        </p:spPr>
        <p:txBody>
          <a:bodyPr lIns="50760" rIns="50760" tIns="50760" bIns="50760" anchor="t">
            <a:noAutofit/>
          </a:bodyPr>
          <a:lstStyle>
            <a:lvl1pPr indent="0" algn="ctr" defTabSz="1238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53585f"/>
                </a:solidFill>
                <a:latin typeface="Helvetica Neue Light"/>
                <a:ea typeface="Helvetica Neue Light"/>
              </a:defRPr>
            </a:lvl1pPr>
          </a:lstStyle>
          <a:p>
            <a:pPr indent="0" algn="ctr" defTabSz="1238400">
              <a:lnSpc>
                <a:spcPct val="100000"/>
              </a:lnSpc>
              <a:buNone/>
              <a:tabLst>
                <a:tab algn="l" pos="0"/>
              </a:tabLst>
            </a:pPr>
            <a:fld id="{7ACD540A-2738-431B-89FF-5322A17CD3C6}" type="slidenum">
              <a:rPr b="0" lang="en-US" sz="1200" spc="-1" strike="noStrike">
                <a:solidFill>
                  <a:srgbClr val="53585f"/>
                </a:solidFill>
                <a:latin typeface="Helvetica Neue Light"/>
                <a:ea typeface="Helvetica Neue Light"/>
              </a:rPr>
              <a:t>&lt;编号&gt;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3" r:id="rId2"/>
  </p:sldLayoutIdLst>
</p:sldMaster>
</file>

<file path=ppt/slideMasters/slideMaster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Rectangle"/>
          <p:cNvSpPr/>
          <p:nvPr/>
        </p:nvSpPr>
        <p:spPr>
          <a:xfrm>
            <a:off x="-95400" y="13392000"/>
            <a:ext cx="24516360" cy="456120"/>
          </a:xfrm>
          <a:prstGeom prst="rect">
            <a:avLst/>
          </a:prstGeom>
          <a:solidFill>
            <a:srgbClr val="d6d6d6"/>
          </a:solidFill>
          <a:ln w="12700">
            <a:noFill/>
          </a:ln>
        </p:spPr>
        <p:style>
          <a:lnRef idx="0"/>
          <a:fillRef idx="0"/>
          <a:effectRef idx="0"/>
          <a:fontRef idx="minor"/>
        </p:style>
        <p:txBody>
          <a:bodyPr lIns="76320" rIns="76320" tIns="76320" bIns="76320" anchor="ctr">
            <a:noAutofit/>
          </a:bodyPr>
          <a:p>
            <a:pPr algn="ctr" defTabSz="819000">
              <a:lnSpc>
                <a:spcPct val="100000"/>
              </a:lnSpc>
              <a:tabLst>
                <a:tab algn="l" pos="0"/>
              </a:tabLst>
            </a:pPr>
            <a:endParaRPr b="0" lang="en-US" sz="4800" spc="-1" strike="noStrike">
              <a:solidFill>
                <a:srgbClr val="ffffff"/>
              </a:solidFill>
              <a:latin typeface="Gill Sans"/>
              <a:ea typeface="Gill Sans"/>
            </a:endParaRPr>
          </a:p>
        </p:txBody>
      </p:sp>
      <p:sp>
        <p:nvSpPr>
          <p:cNvPr id="22" name="Line"/>
          <p:cNvSpPr/>
          <p:nvPr/>
        </p:nvSpPr>
        <p:spPr>
          <a:xfrm>
            <a:off x="516960" y="1257120"/>
            <a:ext cx="23315760" cy="360"/>
          </a:xfrm>
          <a:prstGeom prst="line">
            <a:avLst/>
          </a:prstGeom>
          <a:ln w="12700">
            <a:solidFill>
              <a:srgbClr val="929292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68400" rIns="68400" tIns="0" bIns="0" anchor="t">
            <a:noAutofit/>
          </a:bodyPr>
          <a:p>
            <a:endParaRPr b="0" lang="en-US" sz="3000" spc="-1" strike="noStrike">
              <a:solidFill>
                <a:srgbClr val="000000"/>
              </a:solidFill>
              <a:latin typeface="Helvetica Neue Light"/>
              <a:ea typeface="Helvetica Neue Light"/>
            </a:endParaRPr>
          </a:p>
        </p:txBody>
      </p:sp>
      <p:graphicFrame>
        <p:nvGraphicFramePr>
          <p:cNvPr id="23" name="Table"/>
          <p:cNvGraphicFramePr/>
          <p:nvPr/>
        </p:nvGraphicFramePr>
        <p:xfrm>
          <a:off x="57240" y="13373280"/>
          <a:ext cx="24274800" cy="349200"/>
        </p:xfrm>
        <a:graphic>
          <a:graphicData uri="http://schemas.openxmlformats.org/drawingml/2006/table">
            <a:tbl>
              <a:tblPr/>
              <a:tblGrid>
                <a:gridCol w="8091720"/>
                <a:gridCol w="8091720"/>
                <a:gridCol w="8091720"/>
              </a:tblGrid>
              <a:tr h="349200">
                <a:tc>
                  <a:txBody>
                    <a:bodyPr lIns="50760" rIns="50760" anchor="ctr">
                      <a:noAutofit/>
                    </a:bodyPr>
                    <a:p>
                      <a:pPr defTabSz="8190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200" spc="-1" strike="noStrike">
                          <a:solidFill>
                            <a:srgbClr val="000000"/>
                          </a:solidFill>
                          <a:latin typeface="Helvetica Neue Light"/>
                          <a:ea typeface="Helvetica Neue Light"/>
                        </a:rPr>
                        <a:t>11/8/2021</a:t>
                      </a:r>
                      <a:endParaRPr b="0" lang="en-US" sz="12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50760" marR="507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noFill/>
                  </a:tcPr>
                </a:tc>
                <a:tc>
                  <a:txBody>
                    <a:bodyPr lIns="50760" rIns="50760" anchor="ctr">
                      <a:noAutofit/>
                    </a:bodyPr>
                    <a:p>
                      <a:pPr defTabSz="8190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200" spc="-1" strike="noStrike">
                          <a:solidFill>
                            <a:srgbClr val="000000"/>
                          </a:solidFill>
                          <a:latin typeface="Helvetica Neue Light"/>
                          <a:ea typeface="Helvetica Neue Light"/>
                        </a:rPr>
                        <a:t>Page</a:t>
                      </a:r>
                      <a:endParaRPr b="0" lang="en-US" sz="12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50760" marR="507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noFill/>
                  </a:tcPr>
                </a:tc>
                <a:tc>
                  <a:txBody>
                    <a:bodyPr lIns="50760" rIns="50760" anchor="ctr">
                      <a:noAutofit/>
                    </a:bodyPr>
                    <a:p>
                      <a:pPr defTabSz="8190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200" spc="-1" strike="noStrike">
                          <a:solidFill>
                            <a:srgbClr val="000000"/>
                          </a:solidFill>
                          <a:latin typeface="Helvetica Neue Light"/>
                          <a:ea typeface="Helvetica Neue Light"/>
                        </a:rPr>
                        <a:t>Apple Confidential</a:t>
                      </a:r>
                      <a:endParaRPr b="0" lang="en-US" sz="12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50760" marR="507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24" name="PlaceHolder 1"/>
          <p:cNvSpPr>
            <a:spLocks noGrp="1"/>
          </p:cNvSpPr>
          <p:nvPr>
            <p:ph type="title"/>
          </p:nvPr>
        </p:nvSpPr>
        <p:spPr>
          <a:xfrm>
            <a:off x="1206360" y="2575080"/>
            <a:ext cx="21970080" cy="4647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zh-CN" sz="1800" spc="-1" strike="noStrike">
                <a:solidFill>
                  <a:srgbClr val="000000"/>
                </a:solidFill>
                <a:latin typeface="Arial"/>
              </a:rPr>
              <a:t>单击以编辑标题文本格式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" name="PlaceHolder 2"/>
          <p:cNvSpPr>
            <a:spLocks noGrp="1"/>
          </p:cNvSpPr>
          <p:nvPr>
            <p:ph type="body"/>
          </p:nvPr>
        </p:nvSpPr>
        <p:spPr>
          <a:xfrm>
            <a:off x="1201320" y="11859840"/>
            <a:ext cx="21970080" cy="635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7777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zh-CN" sz="1800" spc="-1" strike="noStrike">
                <a:solidFill>
                  <a:srgbClr val="000000"/>
                </a:solidFill>
                <a:latin typeface="Arial"/>
              </a:rPr>
              <a:t>点击以编辑提纲文本格式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zh-CN" sz="1800" spc="-1" strike="noStrike">
                <a:solidFill>
                  <a:srgbClr val="000000"/>
                </a:solidFill>
                <a:latin typeface="Arial"/>
              </a:rPr>
              <a:t>第二提纲级别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zh-CN" sz="1800" spc="-1" strike="noStrike">
                <a:solidFill>
                  <a:srgbClr val="000000"/>
                </a:solidFill>
                <a:latin typeface="Arial"/>
              </a:rPr>
              <a:t>第三提纲级别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zh-CN" sz="1800" spc="-1" strike="noStrike">
                <a:solidFill>
                  <a:srgbClr val="000000"/>
                </a:solidFill>
                <a:latin typeface="Arial"/>
              </a:rPr>
              <a:t>第四提纲级别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zh-CN" sz="1800" spc="-1" strike="noStrike">
                <a:solidFill>
                  <a:srgbClr val="000000"/>
                </a:solidFill>
                <a:latin typeface="Arial"/>
              </a:rPr>
              <a:t>第五提纲级别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zh-CN" sz="1800" spc="-1" strike="noStrike">
                <a:solidFill>
                  <a:srgbClr val="000000"/>
                </a:solidFill>
                <a:latin typeface="Arial"/>
              </a:rPr>
              <a:t>第六提纲级别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zh-CN" sz="1800" spc="-1" strike="noStrike">
                <a:solidFill>
                  <a:srgbClr val="000000"/>
                </a:solidFill>
                <a:latin typeface="Arial"/>
              </a:rPr>
              <a:t>第七提纲级别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" name="PlaceHolder 3"/>
          <p:cNvSpPr>
            <a:spLocks noGrp="1"/>
          </p:cNvSpPr>
          <p:nvPr>
            <p:ph type="sldNum" idx="4"/>
          </p:nvPr>
        </p:nvSpPr>
        <p:spPr>
          <a:xfrm>
            <a:off x="12408120" y="13390920"/>
            <a:ext cx="361800" cy="362160"/>
          </a:xfrm>
          <a:prstGeom prst="rect">
            <a:avLst/>
          </a:prstGeom>
          <a:noFill/>
          <a:ln w="12600">
            <a:noFill/>
          </a:ln>
        </p:spPr>
        <p:txBody>
          <a:bodyPr lIns="76320" rIns="76320" tIns="76320" bIns="76320" anchor="b">
            <a:noAutofit/>
          </a:bodyPr>
          <a:lstStyle>
            <a:lvl1pPr indent="0" algn="ctr" defTabSz="819000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606060"/>
                </a:solidFill>
                <a:latin typeface="Helvetica Neue Light"/>
                <a:ea typeface="Helvetica Neue Light"/>
              </a:defRPr>
            </a:lvl1pPr>
          </a:lstStyle>
          <a:p>
            <a:pPr indent="0" algn="ctr" defTabSz="819000">
              <a:lnSpc>
                <a:spcPct val="100000"/>
              </a:lnSpc>
              <a:buNone/>
              <a:tabLst>
                <a:tab algn="l" pos="0"/>
              </a:tabLst>
            </a:pPr>
            <a:fld id="{DA22DFE7-EBEF-40A2-A64E-4140A350EAC1}" type="slidenum">
              <a:rPr b="0" lang="en-US" sz="1400" spc="-1" strike="noStrike">
                <a:solidFill>
                  <a:srgbClr val="606060"/>
                </a:solidFill>
                <a:latin typeface="Helvetica Neue Light"/>
                <a:ea typeface="Helvetica Neue Light"/>
              </a:rPr>
              <a:t>&lt;编号&gt;</a:t>
            </a:fld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5" r:id="rId2"/>
  </p:sldLayoutIdLst>
</p:sldMaster>
</file>

<file path=ppt/slideMasters/slideMaster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Apple Confidential–Internal Use Only"/>
          <p:cNvSpPr/>
          <p:nvPr/>
        </p:nvSpPr>
        <p:spPr>
          <a:xfrm>
            <a:off x="20952360" y="13372560"/>
            <a:ext cx="3492720" cy="228240"/>
          </a:xfrm>
          <a:prstGeom prst="rect">
            <a:avLst/>
          </a:prstGeom>
          <a:noFill/>
          <a:ln w="127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b">
            <a:sp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500" spc="-1" strike="noStrike">
                <a:solidFill>
                  <a:srgbClr val="87939d"/>
                </a:solidFill>
                <a:latin typeface="SF Hello Regular"/>
                <a:ea typeface="SF Hello Regular"/>
              </a:rPr>
              <a:t>Apple Confidential–Internal Use Only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30" name="160927 Apple Logo Black JB.ai" descr="160927 Apple Logo Black JB.ai"/>
          <p:cNvPicPr/>
          <p:nvPr/>
        </p:nvPicPr>
        <p:blipFill>
          <a:blip r:embed="rId2"/>
          <a:stretch/>
        </p:blipFill>
        <p:spPr>
          <a:xfrm>
            <a:off x="943560" y="877680"/>
            <a:ext cx="1319400" cy="1319400"/>
          </a:xfrm>
          <a:prstGeom prst="rect">
            <a:avLst/>
          </a:prstGeom>
          <a:ln w="12700">
            <a:noFill/>
          </a:ln>
        </p:spPr>
      </p:pic>
      <p:sp>
        <p:nvSpPr>
          <p:cNvPr id="31" name="PlaceHolder 1"/>
          <p:cNvSpPr>
            <a:spLocks noGrp="1"/>
          </p:cNvSpPr>
          <p:nvPr>
            <p:ph type="title"/>
          </p:nvPr>
        </p:nvSpPr>
        <p:spPr>
          <a:xfrm>
            <a:off x="1206360" y="2575080"/>
            <a:ext cx="21970080" cy="4647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zh-CN" sz="1800" spc="-1" strike="noStrike">
                <a:solidFill>
                  <a:srgbClr val="000000"/>
                </a:solidFill>
                <a:latin typeface="Arial"/>
              </a:rPr>
              <a:t>单击以编辑标题文本格式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 type="body"/>
          </p:nvPr>
        </p:nvSpPr>
        <p:spPr>
          <a:xfrm>
            <a:off x="1201320" y="11859840"/>
            <a:ext cx="21970080" cy="635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7777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zh-CN" sz="1800" spc="-1" strike="noStrike">
                <a:solidFill>
                  <a:srgbClr val="000000"/>
                </a:solidFill>
                <a:latin typeface="Arial"/>
              </a:rPr>
              <a:t>点击以编辑提纲文本格式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zh-CN" sz="1800" spc="-1" strike="noStrike">
                <a:solidFill>
                  <a:srgbClr val="000000"/>
                </a:solidFill>
                <a:latin typeface="Arial"/>
              </a:rPr>
              <a:t>第二提纲级别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zh-CN" sz="1800" spc="-1" strike="noStrike">
                <a:solidFill>
                  <a:srgbClr val="000000"/>
                </a:solidFill>
                <a:latin typeface="Arial"/>
              </a:rPr>
              <a:t>第三提纲级别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zh-CN" sz="1800" spc="-1" strike="noStrike">
                <a:solidFill>
                  <a:srgbClr val="000000"/>
                </a:solidFill>
                <a:latin typeface="Arial"/>
              </a:rPr>
              <a:t>第四提纲级别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zh-CN" sz="1800" spc="-1" strike="noStrike">
                <a:solidFill>
                  <a:srgbClr val="000000"/>
                </a:solidFill>
                <a:latin typeface="Arial"/>
              </a:rPr>
              <a:t>第五提纲级别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zh-CN" sz="1800" spc="-1" strike="noStrike">
                <a:solidFill>
                  <a:srgbClr val="000000"/>
                </a:solidFill>
                <a:latin typeface="Arial"/>
              </a:rPr>
              <a:t>第六提纲级别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zh-CN" sz="1800" spc="-1" strike="noStrike">
                <a:solidFill>
                  <a:srgbClr val="000000"/>
                </a:solidFill>
                <a:latin typeface="Arial"/>
              </a:rPr>
              <a:t>第七提纲级别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" name="PlaceHolder 3"/>
          <p:cNvSpPr>
            <a:spLocks noGrp="1"/>
          </p:cNvSpPr>
          <p:nvPr>
            <p:ph type="sldNum" idx="5"/>
          </p:nvPr>
        </p:nvSpPr>
        <p:spPr>
          <a:xfrm>
            <a:off x="23966280" y="13042800"/>
            <a:ext cx="325080" cy="329040"/>
          </a:xfrm>
          <a:prstGeom prst="rect">
            <a:avLst/>
          </a:prstGeom>
          <a:noFill/>
          <a:ln w="12600">
            <a:noFill/>
          </a:ln>
        </p:spPr>
        <p:txBody>
          <a:bodyPr lIns="50760" rIns="50760" tIns="50760" bIns="5076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500" spc="-1" strike="noStrike">
                <a:solidFill>
                  <a:srgbClr val="87939d"/>
                </a:solidFill>
                <a:latin typeface="SF Hello Regular"/>
                <a:ea typeface="SF Hello Regular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2D7F3C2D-43E7-4721-89AF-20762DB49370}" type="slidenum">
              <a:rPr b="0" lang="en-US" sz="1500" spc="-1" strike="noStrike">
                <a:solidFill>
                  <a:srgbClr val="87939d"/>
                </a:solidFill>
                <a:latin typeface="SF Hello Regular"/>
                <a:ea typeface="SF Hello Regular"/>
              </a:rPr>
              <a:t>&lt;编号&gt;</a:t>
            </a:fld>
            <a:endParaRPr b="0" lang="en-US" sz="15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7" r:id="rId3"/>
  </p:sldLayoutIdLst>
</p:sldMaster>
</file>

<file path=ppt/slideMasters/slideMaster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Apple Confidential–Internal Use Only"/>
          <p:cNvSpPr/>
          <p:nvPr/>
        </p:nvSpPr>
        <p:spPr>
          <a:xfrm>
            <a:off x="20952360" y="13372560"/>
            <a:ext cx="3492720" cy="228240"/>
          </a:xfrm>
          <a:prstGeom prst="rect">
            <a:avLst/>
          </a:prstGeom>
          <a:noFill/>
          <a:ln w="127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b">
            <a:sp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500" spc="-1" strike="noStrike">
                <a:solidFill>
                  <a:srgbClr val="87939d"/>
                </a:solidFill>
                <a:latin typeface="SF Hello Regular"/>
                <a:ea typeface="SF Hello Regular"/>
              </a:rPr>
              <a:t>Apple Confidential–Internal Use Only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" name="reliability engineering"/>
          <p:cNvSpPr/>
          <p:nvPr/>
        </p:nvSpPr>
        <p:spPr>
          <a:xfrm>
            <a:off x="214200" y="13372560"/>
            <a:ext cx="19290240" cy="228240"/>
          </a:xfrm>
          <a:prstGeom prst="rect">
            <a:avLst/>
          </a:prstGeom>
          <a:noFill/>
          <a:ln w="1270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500" spc="-1" strike="noStrike">
                <a:solidFill>
                  <a:srgbClr val="87939d"/>
                </a:solidFill>
                <a:latin typeface="SF Hello Regular"/>
                <a:ea typeface="SF Hello Regular"/>
              </a:rPr>
              <a:t>reliability engineering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" name="PlaceHolder 1"/>
          <p:cNvSpPr>
            <a:spLocks noGrp="1"/>
          </p:cNvSpPr>
          <p:nvPr>
            <p:ph type="title"/>
          </p:nvPr>
        </p:nvSpPr>
        <p:spPr>
          <a:xfrm>
            <a:off x="1206360" y="2575080"/>
            <a:ext cx="21970080" cy="4647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zh-CN" sz="1800" spc="-1" strike="noStrike">
                <a:solidFill>
                  <a:srgbClr val="000000"/>
                </a:solidFill>
                <a:latin typeface="Arial"/>
              </a:rPr>
              <a:t>单击以编辑标题文本格式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" name="PlaceHolder 2"/>
          <p:cNvSpPr>
            <a:spLocks noGrp="1"/>
          </p:cNvSpPr>
          <p:nvPr>
            <p:ph type="body"/>
          </p:nvPr>
        </p:nvSpPr>
        <p:spPr>
          <a:xfrm>
            <a:off x="1201320" y="11859840"/>
            <a:ext cx="21970080" cy="635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7777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zh-CN" sz="1800" spc="-1" strike="noStrike">
                <a:solidFill>
                  <a:srgbClr val="000000"/>
                </a:solidFill>
                <a:latin typeface="Arial"/>
              </a:rPr>
              <a:t>点击以编辑提纲文本格式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zh-CN" sz="1800" spc="-1" strike="noStrike">
                <a:solidFill>
                  <a:srgbClr val="000000"/>
                </a:solidFill>
                <a:latin typeface="Arial"/>
              </a:rPr>
              <a:t>第二提纲级别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zh-CN" sz="1800" spc="-1" strike="noStrike">
                <a:solidFill>
                  <a:srgbClr val="000000"/>
                </a:solidFill>
                <a:latin typeface="Arial"/>
              </a:rPr>
              <a:t>第三提纲级别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zh-CN" sz="1800" spc="-1" strike="noStrike">
                <a:solidFill>
                  <a:srgbClr val="000000"/>
                </a:solidFill>
                <a:latin typeface="Arial"/>
              </a:rPr>
              <a:t>第四提纲级别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zh-CN" sz="1800" spc="-1" strike="noStrike">
                <a:solidFill>
                  <a:srgbClr val="000000"/>
                </a:solidFill>
                <a:latin typeface="Arial"/>
              </a:rPr>
              <a:t>第五提纲级别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zh-CN" sz="1800" spc="-1" strike="noStrike">
                <a:solidFill>
                  <a:srgbClr val="000000"/>
                </a:solidFill>
                <a:latin typeface="Arial"/>
              </a:rPr>
              <a:t>第六提纲级别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zh-CN" sz="1800" spc="-1" strike="noStrike">
                <a:solidFill>
                  <a:srgbClr val="000000"/>
                </a:solidFill>
                <a:latin typeface="Arial"/>
              </a:rPr>
              <a:t>第七提纲级别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" name="PlaceHolder 3"/>
          <p:cNvSpPr>
            <a:spLocks noGrp="1"/>
          </p:cNvSpPr>
          <p:nvPr>
            <p:ph type="sldNum" idx="6"/>
          </p:nvPr>
        </p:nvSpPr>
        <p:spPr>
          <a:xfrm>
            <a:off x="23963760" y="13042800"/>
            <a:ext cx="325080" cy="329040"/>
          </a:xfrm>
          <a:prstGeom prst="rect">
            <a:avLst/>
          </a:prstGeom>
          <a:noFill/>
          <a:ln w="12600">
            <a:noFill/>
          </a:ln>
        </p:spPr>
        <p:txBody>
          <a:bodyPr lIns="50760" rIns="50760" tIns="50760" bIns="5076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500" spc="-1" strike="noStrike">
                <a:solidFill>
                  <a:srgbClr val="87939d"/>
                </a:solidFill>
                <a:latin typeface="SF Hello Regular"/>
                <a:ea typeface="SF Hello Regular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D7C054DC-2A88-47AD-8CDF-4DBCEA61276E}" type="slidenum">
              <a:rPr b="0" lang="en-US" sz="1500" spc="-1" strike="noStrike">
                <a:solidFill>
                  <a:srgbClr val="87939d"/>
                </a:solidFill>
                <a:latin typeface="SF Hello Regular"/>
                <a:ea typeface="SF Hello Regular"/>
              </a:rPr>
              <a:t>&lt;编号&gt;</a:t>
            </a:fld>
            <a:endParaRPr b="0" lang="en-US" sz="15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9" r:id="rId2"/>
  </p:sldLayoutIdLst>
</p:sldMaster>
</file>

<file path=ppt/slideMasters/slideMaster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PlaceHolder 1"/>
          <p:cNvSpPr>
            <a:spLocks noGrp="1"/>
          </p:cNvSpPr>
          <p:nvPr>
            <p:ph type="title"/>
          </p:nvPr>
        </p:nvSpPr>
        <p:spPr>
          <a:xfrm>
            <a:off x="1206360" y="2575080"/>
            <a:ext cx="21970080" cy="4647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zh-CN" sz="1800" spc="-1" strike="noStrike">
                <a:solidFill>
                  <a:srgbClr val="000000"/>
                </a:solidFill>
                <a:latin typeface="Arial"/>
              </a:rPr>
              <a:t>单击以编辑标题文本格式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" name="PlaceHolder 2"/>
          <p:cNvSpPr>
            <a:spLocks noGrp="1"/>
          </p:cNvSpPr>
          <p:nvPr>
            <p:ph type="body"/>
          </p:nvPr>
        </p:nvSpPr>
        <p:spPr>
          <a:xfrm>
            <a:off x="1201320" y="11859840"/>
            <a:ext cx="21970080" cy="635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7777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zh-CN" sz="1800" spc="-1" strike="noStrike">
                <a:solidFill>
                  <a:srgbClr val="000000"/>
                </a:solidFill>
                <a:latin typeface="Arial"/>
              </a:rPr>
              <a:t>点击以编辑提纲文本格式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zh-CN" sz="1800" spc="-1" strike="noStrike">
                <a:solidFill>
                  <a:srgbClr val="000000"/>
                </a:solidFill>
                <a:latin typeface="Arial"/>
              </a:rPr>
              <a:t>第二提纲级别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zh-CN" sz="1800" spc="-1" strike="noStrike">
                <a:solidFill>
                  <a:srgbClr val="000000"/>
                </a:solidFill>
                <a:latin typeface="Arial"/>
              </a:rPr>
              <a:t>第三提纲级别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zh-CN" sz="1800" spc="-1" strike="noStrike">
                <a:solidFill>
                  <a:srgbClr val="000000"/>
                </a:solidFill>
                <a:latin typeface="Arial"/>
              </a:rPr>
              <a:t>第四提纲级别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zh-CN" sz="1800" spc="-1" strike="noStrike">
                <a:solidFill>
                  <a:srgbClr val="000000"/>
                </a:solidFill>
                <a:latin typeface="Arial"/>
              </a:rPr>
              <a:t>第五提纲级别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zh-CN" sz="1800" spc="-1" strike="noStrike">
                <a:solidFill>
                  <a:srgbClr val="000000"/>
                </a:solidFill>
                <a:latin typeface="Arial"/>
              </a:rPr>
              <a:t>第六提纲级别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zh-CN" sz="1800" spc="-1" strike="noStrike">
                <a:solidFill>
                  <a:srgbClr val="000000"/>
                </a:solidFill>
                <a:latin typeface="Arial"/>
              </a:rPr>
              <a:t>第七提纲级别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" name="PlaceHolder 3"/>
          <p:cNvSpPr>
            <a:spLocks noGrp="1"/>
          </p:cNvSpPr>
          <p:nvPr>
            <p:ph type="sldNum" idx="7"/>
          </p:nvPr>
        </p:nvSpPr>
        <p:spPr>
          <a:xfrm>
            <a:off x="11959200" y="13080960"/>
            <a:ext cx="452160" cy="460080"/>
          </a:xfrm>
          <a:prstGeom prst="rect">
            <a:avLst/>
          </a:prstGeom>
          <a:noFill/>
          <a:ln w="12600">
            <a:noFill/>
          </a:ln>
        </p:spPr>
        <p:txBody>
          <a:bodyPr lIns="50760" rIns="50760" tIns="50760" bIns="50760" anchor="t">
            <a:noAutofit/>
          </a:bodyPr>
          <a:lstStyle>
            <a:lvl1pPr indent="0" algn="ctr" defTabSz="825480">
              <a:lnSpc>
                <a:spcPct val="100000"/>
              </a:lnSpc>
              <a:buNone/>
              <a:tabLst>
                <a:tab algn="l" pos="0"/>
              </a:tabLst>
              <a:defRPr b="0" lang="en-US" sz="2400" spc="-1" strike="noStrike">
                <a:solidFill>
                  <a:srgbClr val="000000"/>
                </a:solidFill>
                <a:latin typeface="Helvetica Neue Light"/>
                <a:ea typeface="Helvetica Neue Light"/>
              </a:defRPr>
            </a:lvl1pPr>
          </a:lstStyle>
          <a:p>
            <a:pPr indent="0" algn="ctr" defTabSz="825480">
              <a:lnSpc>
                <a:spcPct val="100000"/>
              </a:lnSpc>
              <a:buNone/>
              <a:tabLst>
                <a:tab algn="l" pos="0"/>
              </a:tabLst>
            </a:pPr>
            <a:fld id="{AAC5C791-9786-415D-9057-450022A115A0}" type="slidenum">
              <a:rPr b="0" lang="en-US" sz="2400" spc="-1" strike="noStrike">
                <a:solidFill>
                  <a:srgbClr val="000000"/>
                </a:solidFill>
                <a:latin typeface="Helvetica Neue Light"/>
                <a:ea typeface="Helvetica Neue Light"/>
              </a:rPr>
              <a:t>&lt;编号&gt;</a:t>
            </a:fld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1" r:id="rId2"/>
  </p:sldLayoutIdLst>
</p:sldMaster>
</file>

<file path=ppt/slideMasters/slideMaster8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PlaceHolder 1"/>
          <p:cNvSpPr>
            <a:spLocks noGrp="1"/>
          </p:cNvSpPr>
          <p:nvPr>
            <p:ph type="title"/>
          </p:nvPr>
        </p:nvSpPr>
        <p:spPr>
          <a:xfrm>
            <a:off x="1206360" y="2575080"/>
            <a:ext cx="21970080" cy="4647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zh-CN" sz="1800" spc="-1" strike="noStrike">
                <a:solidFill>
                  <a:srgbClr val="000000"/>
                </a:solidFill>
                <a:latin typeface="Arial"/>
              </a:rPr>
              <a:t>单击以编辑标题文本格式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" name="PlaceHolder 2"/>
          <p:cNvSpPr>
            <a:spLocks noGrp="1"/>
          </p:cNvSpPr>
          <p:nvPr>
            <p:ph type="body"/>
          </p:nvPr>
        </p:nvSpPr>
        <p:spPr>
          <a:xfrm>
            <a:off x="1201320" y="11859840"/>
            <a:ext cx="21970080" cy="635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7777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zh-CN" sz="1800" spc="-1" strike="noStrike">
                <a:solidFill>
                  <a:srgbClr val="000000"/>
                </a:solidFill>
                <a:latin typeface="Arial"/>
              </a:rPr>
              <a:t>点击以编辑提纲文本格式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zh-CN" sz="1800" spc="-1" strike="noStrike">
                <a:solidFill>
                  <a:srgbClr val="000000"/>
                </a:solidFill>
                <a:latin typeface="Arial"/>
              </a:rPr>
              <a:t>第二提纲级别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zh-CN" sz="1800" spc="-1" strike="noStrike">
                <a:solidFill>
                  <a:srgbClr val="000000"/>
                </a:solidFill>
                <a:latin typeface="Arial"/>
              </a:rPr>
              <a:t>第三提纲级别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zh-CN" sz="1800" spc="-1" strike="noStrike">
                <a:solidFill>
                  <a:srgbClr val="000000"/>
                </a:solidFill>
                <a:latin typeface="Arial"/>
              </a:rPr>
              <a:t>第四提纲级别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zh-CN" sz="1800" spc="-1" strike="noStrike">
                <a:solidFill>
                  <a:srgbClr val="000000"/>
                </a:solidFill>
                <a:latin typeface="Arial"/>
              </a:rPr>
              <a:t>第五提纲级别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zh-CN" sz="1800" spc="-1" strike="noStrike">
                <a:solidFill>
                  <a:srgbClr val="000000"/>
                </a:solidFill>
                <a:latin typeface="Arial"/>
              </a:rPr>
              <a:t>第六提纲级别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zh-CN" sz="1800" spc="-1" strike="noStrike">
                <a:solidFill>
                  <a:srgbClr val="000000"/>
                </a:solidFill>
                <a:latin typeface="Arial"/>
              </a:rPr>
              <a:t>第七提纲级别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" name="PlaceHolder 3"/>
          <p:cNvSpPr>
            <a:spLocks noGrp="1"/>
          </p:cNvSpPr>
          <p:nvPr>
            <p:ph type="sldNum" idx="8"/>
          </p:nvPr>
        </p:nvSpPr>
        <p:spPr>
          <a:xfrm>
            <a:off x="11959200" y="13080960"/>
            <a:ext cx="452160" cy="460080"/>
          </a:xfrm>
          <a:prstGeom prst="rect">
            <a:avLst/>
          </a:prstGeom>
          <a:noFill/>
          <a:ln w="12600">
            <a:noFill/>
          </a:ln>
        </p:spPr>
        <p:txBody>
          <a:bodyPr lIns="50760" rIns="50760" tIns="50760" bIns="50760" anchor="t">
            <a:noAutofit/>
          </a:bodyPr>
          <a:lstStyle>
            <a:lvl1pPr indent="0" algn="ctr" defTabSz="825480">
              <a:lnSpc>
                <a:spcPct val="100000"/>
              </a:lnSpc>
              <a:buNone/>
              <a:tabLst>
                <a:tab algn="l" pos="0"/>
              </a:tabLst>
              <a:defRPr b="0" lang="en-US" sz="2400" spc="-1" strike="noStrike">
                <a:solidFill>
                  <a:srgbClr val="000000"/>
                </a:solidFill>
                <a:latin typeface="Helvetica Neue Light"/>
                <a:ea typeface="Helvetica Neue Light"/>
              </a:defRPr>
            </a:lvl1pPr>
          </a:lstStyle>
          <a:p>
            <a:pPr indent="0" algn="ctr" defTabSz="825480">
              <a:lnSpc>
                <a:spcPct val="100000"/>
              </a:lnSpc>
              <a:buNone/>
              <a:tabLst>
                <a:tab algn="l" pos="0"/>
              </a:tabLst>
            </a:pPr>
            <a:fld id="{1DC02F40-B957-423D-882B-B5B525572A09}" type="slidenum">
              <a:rPr b="0" lang="en-US" sz="2400" spc="-1" strike="noStrike">
                <a:solidFill>
                  <a:srgbClr val="000000"/>
                </a:solidFill>
                <a:latin typeface="Helvetica Neue Light"/>
                <a:ea typeface="Helvetica Neue Light"/>
              </a:rPr>
              <a:t>&lt;编号&gt;</a:t>
            </a:fld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3" r:id="rId2"/>
  </p:sldLayoutIdLst>
</p:sldMaster>
</file>

<file path=ppt/slideMasters/slideMaster9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PlaceHolder 1"/>
          <p:cNvSpPr>
            <a:spLocks noGrp="1"/>
          </p:cNvSpPr>
          <p:nvPr>
            <p:ph type="title"/>
          </p:nvPr>
        </p:nvSpPr>
        <p:spPr>
          <a:xfrm>
            <a:off x="1206360" y="2575080"/>
            <a:ext cx="21970080" cy="4647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zh-CN" sz="1800" spc="-1" strike="noStrike">
                <a:solidFill>
                  <a:srgbClr val="000000"/>
                </a:solidFill>
                <a:latin typeface="Arial"/>
              </a:rPr>
              <a:t>单击以编辑标题文本格式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" name="PlaceHolder 2"/>
          <p:cNvSpPr>
            <a:spLocks noGrp="1"/>
          </p:cNvSpPr>
          <p:nvPr>
            <p:ph type="body"/>
          </p:nvPr>
        </p:nvSpPr>
        <p:spPr>
          <a:xfrm>
            <a:off x="1201320" y="11859840"/>
            <a:ext cx="21970080" cy="635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7777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zh-CN" sz="1800" spc="-1" strike="noStrike">
                <a:solidFill>
                  <a:srgbClr val="000000"/>
                </a:solidFill>
                <a:latin typeface="Arial"/>
              </a:rPr>
              <a:t>点击以编辑提纲文本格式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zh-CN" sz="1800" spc="-1" strike="noStrike">
                <a:solidFill>
                  <a:srgbClr val="000000"/>
                </a:solidFill>
                <a:latin typeface="Arial"/>
              </a:rPr>
              <a:t>第二提纲级别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zh-CN" sz="1800" spc="-1" strike="noStrike">
                <a:solidFill>
                  <a:srgbClr val="000000"/>
                </a:solidFill>
                <a:latin typeface="Arial"/>
              </a:rPr>
              <a:t>第三提纲级别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zh-CN" sz="1800" spc="-1" strike="noStrike">
                <a:solidFill>
                  <a:srgbClr val="000000"/>
                </a:solidFill>
                <a:latin typeface="Arial"/>
              </a:rPr>
              <a:t>第四提纲级别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zh-CN" sz="1800" spc="-1" strike="noStrike">
                <a:solidFill>
                  <a:srgbClr val="000000"/>
                </a:solidFill>
                <a:latin typeface="Arial"/>
              </a:rPr>
              <a:t>第五提纲级别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zh-CN" sz="1800" spc="-1" strike="noStrike">
                <a:solidFill>
                  <a:srgbClr val="000000"/>
                </a:solidFill>
                <a:latin typeface="Arial"/>
              </a:rPr>
              <a:t>第六提纲级别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zh-CN" sz="1800" spc="-1" strike="noStrike">
                <a:solidFill>
                  <a:srgbClr val="000000"/>
                </a:solidFill>
                <a:latin typeface="Arial"/>
              </a:rPr>
              <a:t>第七提纲级别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" name="PlaceHolder 3"/>
          <p:cNvSpPr>
            <a:spLocks noGrp="1"/>
          </p:cNvSpPr>
          <p:nvPr>
            <p:ph type="sldNum" idx="9"/>
          </p:nvPr>
        </p:nvSpPr>
        <p:spPr>
          <a:xfrm>
            <a:off x="11959200" y="13080960"/>
            <a:ext cx="452160" cy="460080"/>
          </a:xfrm>
          <a:prstGeom prst="rect">
            <a:avLst/>
          </a:prstGeom>
          <a:noFill/>
          <a:ln w="12600">
            <a:noFill/>
          </a:ln>
        </p:spPr>
        <p:txBody>
          <a:bodyPr lIns="50760" rIns="50760" tIns="50760" bIns="50760" anchor="t">
            <a:noAutofit/>
          </a:bodyPr>
          <a:lstStyle>
            <a:lvl1pPr indent="0" algn="ctr" defTabSz="825480">
              <a:lnSpc>
                <a:spcPct val="100000"/>
              </a:lnSpc>
              <a:buNone/>
              <a:tabLst>
                <a:tab algn="l" pos="0"/>
              </a:tabLst>
              <a:defRPr b="0" lang="en-US" sz="2400" spc="-1" strike="noStrike">
                <a:solidFill>
                  <a:srgbClr val="000000"/>
                </a:solidFill>
                <a:latin typeface="Helvetica Neue Light"/>
                <a:ea typeface="Helvetica Neue Light"/>
              </a:defRPr>
            </a:lvl1pPr>
          </a:lstStyle>
          <a:p>
            <a:pPr indent="0" algn="ctr" defTabSz="825480">
              <a:lnSpc>
                <a:spcPct val="100000"/>
              </a:lnSpc>
              <a:buNone/>
              <a:tabLst>
                <a:tab algn="l" pos="0"/>
              </a:tabLst>
            </a:pPr>
            <a:fld id="{BFC33679-BB48-48B5-9E9C-1A3B64847A3B}" type="slidenum">
              <a:rPr b="0" lang="en-US" sz="2400" spc="-1" strike="noStrike">
                <a:solidFill>
                  <a:srgbClr val="000000"/>
                </a:solidFill>
                <a:latin typeface="Helvetica Neue Light"/>
                <a:ea typeface="Helvetica Neue Light"/>
              </a:rPr>
              <a:t>&lt;编号&gt;</a:t>
            </a:fld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5" r:id="rId2"/>
  </p:sldLayoutIdLst>
</p:sldMaster>
</file>

<file path=ppt/slideMasters/slideMaster10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PlaceHolder 1"/>
          <p:cNvSpPr>
            <a:spLocks noGrp="1"/>
          </p:cNvSpPr>
          <p:nvPr>
            <p:ph type="title"/>
          </p:nvPr>
        </p:nvSpPr>
        <p:spPr>
          <a:xfrm>
            <a:off x="1206360" y="2575080"/>
            <a:ext cx="21970080" cy="4647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zh-CN" sz="1800" spc="-1" strike="noStrike">
                <a:solidFill>
                  <a:srgbClr val="000000"/>
                </a:solidFill>
                <a:latin typeface="Arial"/>
              </a:rPr>
              <a:t>单击以编辑标题文本格式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" name="PlaceHolder 2"/>
          <p:cNvSpPr>
            <a:spLocks noGrp="1"/>
          </p:cNvSpPr>
          <p:nvPr>
            <p:ph type="body"/>
          </p:nvPr>
        </p:nvSpPr>
        <p:spPr>
          <a:xfrm>
            <a:off x="1201320" y="11859840"/>
            <a:ext cx="21970080" cy="635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7777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zh-CN" sz="1800" spc="-1" strike="noStrike">
                <a:solidFill>
                  <a:srgbClr val="000000"/>
                </a:solidFill>
                <a:latin typeface="Arial"/>
              </a:rPr>
              <a:t>点击以编辑提纲文本格式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zh-CN" sz="1800" spc="-1" strike="noStrike">
                <a:solidFill>
                  <a:srgbClr val="000000"/>
                </a:solidFill>
                <a:latin typeface="Arial"/>
              </a:rPr>
              <a:t>第二提纲级别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zh-CN" sz="1800" spc="-1" strike="noStrike">
                <a:solidFill>
                  <a:srgbClr val="000000"/>
                </a:solidFill>
                <a:latin typeface="Arial"/>
              </a:rPr>
              <a:t>第三提纲级别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zh-CN" sz="1800" spc="-1" strike="noStrike">
                <a:solidFill>
                  <a:srgbClr val="000000"/>
                </a:solidFill>
                <a:latin typeface="Arial"/>
              </a:rPr>
              <a:t>第四提纲级别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zh-CN" sz="1800" spc="-1" strike="noStrike">
                <a:solidFill>
                  <a:srgbClr val="000000"/>
                </a:solidFill>
                <a:latin typeface="Arial"/>
              </a:rPr>
              <a:t>第五提纲级别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zh-CN" sz="1800" spc="-1" strike="noStrike">
                <a:solidFill>
                  <a:srgbClr val="000000"/>
                </a:solidFill>
                <a:latin typeface="Arial"/>
              </a:rPr>
              <a:t>第六提纲级别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zh-CN" sz="1800" spc="-1" strike="noStrike">
                <a:solidFill>
                  <a:srgbClr val="000000"/>
                </a:solidFill>
                <a:latin typeface="Arial"/>
              </a:rPr>
              <a:t>第七提纲级别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" name="PlaceHolder 3"/>
          <p:cNvSpPr>
            <a:spLocks noGrp="1"/>
          </p:cNvSpPr>
          <p:nvPr>
            <p:ph type="sldNum" idx="10"/>
          </p:nvPr>
        </p:nvSpPr>
        <p:spPr>
          <a:xfrm>
            <a:off x="11959200" y="13080960"/>
            <a:ext cx="452160" cy="460080"/>
          </a:xfrm>
          <a:prstGeom prst="rect">
            <a:avLst/>
          </a:prstGeom>
          <a:noFill/>
          <a:ln w="12600">
            <a:noFill/>
          </a:ln>
        </p:spPr>
        <p:txBody>
          <a:bodyPr lIns="50760" rIns="50760" tIns="50760" bIns="50760" anchor="t">
            <a:noAutofit/>
          </a:bodyPr>
          <a:lstStyle>
            <a:lvl1pPr indent="0" algn="ctr" defTabSz="825480">
              <a:lnSpc>
                <a:spcPct val="100000"/>
              </a:lnSpc>
              <a:buNone/>
              <a:tabLst>
                <a:tab algn="l" pos="0"/>
              </a:tabLst>
              <a:defRPr b="0" lang="en-US" sz="2400" spc="-1" strike="noStrike">
                <a:solidFill>
                  <a:srgbClr val="000000"/>
                </a:solidFill>
                <a:latin typeface="Helvetica Neue Light"/>
                <a:ea typeface="Helvetica Neue Light"/>
              </a:defRPr>
            </a:lvl1pPr>
          </a:lstStyle>
          <a:p>
            <a:pPr indent="0" algn="ctr" defTabSz="825480">
              <a:lnSpc>
                <a:spcPct val="100000"/>
              </a:lnSpc>
              <a:buNone/>
              <a:tabLst>
                <a:tab algn="l" pos="0"/>
              </a:tabLst>
            </a:pPr>
            <a:fld id="{E4FA4D72-5B49-4507-B5D4-8DDF9433145E}" type="slidenum">
              <a:rPr b="0" lang="en-US" sz="2400" spc="-1" strike="noStrike">
                <a:solidFill>
                  <a:srgbClr val="000000"/>
                </a:solidFill>
                <a:latin typeface="Helvetica Neue Light"/>
                <a:ea typeface="Helvetica Neue Light"/>
              </a:rPr>
              <a:t>&lt;编号&gt;</a:t>
            </a:fld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7" r:id="rId2"/>
  </p:sldLayoutIdLst>
</p:sldMaster>
</file>

<file path=ppt/slideMasters/slideMaster1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PlaceHolder 1"/>
          <p:cNvSpPr>
            <a:spLocks noGrp="1"/>
          </p:cNvSpPr>
          <p:nvPr>
            <p:ph type="title"/>
          </p:nvPr>
        </p:nvSpPr>
        <p:spPr>
          <a:xfrm>
            <a:off x="1206360" y="2575080"/>
            <a:ext cx="21970080" cy="4647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zh-CN" sz="1800" spc="-1" strike="noStrike">
                <a:solidFill>
                  <a:srgbClr val="000000"/>
                </a:solidFill>
                <a:latin typeface="Arial"/>
              </a:rPr>
              <a:t>单击以编辑标题文本格式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" name="PlaceHolder 2"/>
          <p:cNvSpPr>
            <a:spLocks noGrp="1"/>
          </p:cNvSpPr>
          <p:nvPr>
            <p:ph type="body"/>
          </p:nvPr>
        </p:nvSpPr>
        <p:spPr>
          <a:xfrm>
            <a:off x="1201320" y="11859840"/>
            <a:ext cx="21970080" cy="635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7777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zh-CN" sz="1800" spc="-1" strike="noStrike">
                <a:solidFill>
                  <a:srgbClr val="000000"/>
                </a:solidFill>
                <a:latin typeface="Arial"/>
              </a:rPr>
              <a:t>点击以编辑提纲文本格式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zh-CN" sz="1800" spc="-1" strike="noStrike">
                <a:solidFill>
                  <a:srgbClr val="000000"/>
                </a:solidFill>
                <a:latin typeface="Arial"/>
              </a:rPr>
              <a:t>第二提纲级别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zh-CN" sz="1800" spc="-1" strike="noStrike">
                <a:solidFill>
                  <a:srgbClr val="000000"/>
                </a:solidFill>
                <a:latin typeface="Arial"/>
              </a:rPr>
              <a:t>第三提纲级别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zh-CN" sz="1800" spc="-1" strike="noStrike">
                <a:solidFill>
                  <a:srgbClr val="000000"/>
                </a:solidFill>
                <a:latin typeface="Arial"/>
              </a:rPr>
              <a:t>第四提纲级别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zh-CN" sz="1800" spc="-1" strike="noStrike">
                <a:solidFill>
                  <a:srgbClr val="000000"/>
                </a:solidFill>
                <a:latin typeface="Arial"/>
              </a:rPr>
              <a:t>第五提纲级别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zh-CN" sz="1800" spc="-1" strike="noStrike">
                <a:solidFill>
                  <a:srgbClr val="000000"/>
                </a:solidFill>
                <a:latin typeface="Arial"/>
              </a:rPr>
              <a:t>第六提纲级别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zh-CN" sz="1800" spc="-1" strike="noStrike">
                <a:solidFill>
                  <a:srgbClr val="000000"/>
                </a:solidFill>
                <a:latin typeface="Arial"/>
              </a:rPr>
              <a:t>第七提纲级别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" name="PlaceHolder 3"/>
          <p:cNvSpPr>
            <a:spLocks noGrp="1"/>
          </p:cNvSpPr>
          <p:nvPr>
            <p:ph type="sldNum" idx="11"/>
          </p:nvPr>
        </p:nvSpPr>
        <p:spPr>
          <a:xfrm>
            <a:off x="11959200" y="13080960"/>
            <a:ext cx="452160" cy="460080"/>
          </a:xfrm>
          <a:prstGeom prst="rect">
            <a:avLst/>
          </a:prstGeom>
          <a:noFill/>
          <a:ln w="12600">
            <a:noFill/>
          </a:ln>
        </p:spPr>
        <p:txBody>
          <a:bodyPr lIns="50760" rIns="50760" tIns="50760" bIns="50760" anchor="t">
            <a:noAutofit/>
          </a:bodyPr>
          <a:lstStyle>
            <a:lvl1pPr indent="0" algn="ctr" defTabSz="825480">
              <a:lnSpc>
                <a:spcPct val="100000"/>
              </a:lnSpc>
              <a:buNone/>
              <a:tabLst>
                <a:tab algn="l" pos="0"/>
              </a:tabLst>
              <a:defRPr b="0" lang="en-US" sz="2400" spc="-1" strike="noStrike">
                <a:solidFill>
                  <a:srgbClr val="000000"/>
                </a:solidFill>
                <a:latin typeface="Helvetica Neue Light"/>
                <a:ea typeface="Helvetica Neue Light"/>
              </a:defRPr>
            </a:lvl1pPr>
          </a:lstStyle>
          <a:p>
            <a:pPr indent="0" algn="ctr" defTabSz="825480">
              <a:lnSpc>
                <a:spcPct val="100000"/>
              </a:lnSpc>
              <a:buNone/>
              <a:tabLst>
                <a:tab algn="l" pos="0"/>
              </a:tabLst>
            </a:pPr>
            <a:fld id="{B01AD56B-4926-4E72-BBEF-CB35FC3FA14C}" type="slidenum">
              <a:rPr b="0" lang="en-US" sz="2400" spc="-1" strike="noStrike">
                <a:solidFill>
                  <a:srgbClr val="000000"/>
                </a:solidFill>
                <a:latin typeface="Helvetica Neue Light"/>
                <a:ea typeface="Helvetica Neue Light"/>
              </a:rPr>
              <a:t>&lt;编号&gt;</a:t>
            </a:fld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9" r:id="rId2"/>
  </p:sldLayoutIdLst>
</p:sldMaster>
</file>

<file path=ppt/slideMasters/slideMaster1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线条"/>
          <p:cNvSpPr/>
          <p:nvPr/>
        </p:nvSpPr>
        <p:spPr>
          <a:xfrm>
            <a:off x="592920" y="880920"/>
            <a:ext cx="23197680" cy="360"/>
          </a:xfrm>
          <a:prstGeom prst="line">
            <a:avLst/>
          </a:prstGeom>
          <a:ln w="12700">
            <a:solidFill>
              <a:srgbClr val="92929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tIns="0" bIns="0" anchor="t">
            <a:noAutofit/>
          </a:bodyPr>
          <a:p>
            <a:endParaRPr b="0" lang="en-US" sz="4400" spc="-1" strike="noStrike">
              <a:solidFill>
                <a:srgbClr val="0096ff"/>
              </a:solidFill>
              <a:latin typeface="Helvetica Neue"/>
              <a:ea typeface="Helvetica Neue"/>
            </a:endParaRPr>
          </a:p>
        </p:txBody>
      </p:sp>
      <p:sp>
        <p:nvSpPr>
          <p:cNvPr id="69" name="PlaceHolder 1"/>
          <p:cNvSpPr>
            <a:spLocks noGrp="1"/>
          </p:cNvSpPr>
          <p:nvPr>
            <p:ph type="title"/>
          </p:nvPr>
        </p:nvSpPr>
        <p:spPr>
          <a:xfrm>
            <a:off x="1206360" y="2575080"/>
            <a:ext cx="21970080" cy="4647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zh-CN" sz="1800" spc="-1" strike="noStrike">
                <a:solidFill>
                  <a:srgbClr val="000000"/>
                </a:solidFill>
                <a:latin typeface="Arial"/>
              </a:rPr>
              <a:t>单击以编辑标题文本格式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" name="PlaceHolder 2"/>
          <p:cNvSpPr>
            <a:spLocks noGrp="1"/>
          </p:cNvSpPr>
          <p:nvPr>
            <p:ph type="body"/>
          </p:nvPr>
        </p:nvSpPr>
        <p:spPr>
          <a:xfrm>
            <a:off x="1201320" y="11859840"/>
            <a:ext cx="21970080" cy="635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7777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zh-CN" sz="1800" spc="-1" strike="noStrike">
                <a:solidFill>
                  <a:srgbClr val="000000"/>
                </a:solidFill>
                <a:latin typeface="Arial"/>
              </a:rPr>
              <a:t>点击以编辑提纲文本格式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zh-CN" sz="1800" spc="-1" strike="noStrike">
                <a:solidFill>
                  <a:srgbClr val="000000"/>
                </a:solidFill>
                <a:latin typeface="Arial"/>
              </a:rPr>
              <a:t>第二提纲级别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zh-CN" sz="1800" spc="-1" strike="noStrike">
                <a:solidFill>
                  <a:srgbClr val="000000"/>
                </a:solidFill>
                <a:latin typeface="Arial"/>
              </a:rPr>
              <a:t>第三提纲级别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zh-CN" sz="1800" spc="-1" strike="noStrike">
                <a:solidFill>
                  <a:srgbClr val="000000"/>
                </a:solidFill>
                <a:latin typeface="Arial"/>
              </a:rPr>
              <a:t>第四提纲级别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zh-CN" sz="1800" spc="-1" strike="noStrike">
                <a:solidFill>
                  <a:srgbClr val="000000"/>
                </a:solidFill>
                <a:latin typeface="Arial"/>
              </a:rPr>
              <a:t>第五提纲级别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zh-CN" sz="1800" spc="-1" strike="noStrike">
                <a:solidFill>
                  <a:srgbClr val="000000"/>
                </a:solidFill>
                <a:latin typeface="Arial"/>
              </a:rPr>
              <a:t>第六提纲级别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zh-CN" sz="1800" spc="-1" strike="noStrike">
                <a:solidFill>
                  <a:srgbClr val="000000"/>
                </a:solidFill>
                <a:latin typeface="Arial"/>
              </a:rPr>
              <a:t>第七提纲级别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" name="PlaceHolder 3"/>
          <p:cNvSpPr>
            <a:spLocks noGrp="1"/>
          </p:cNvSpPr>
          <p:nvPr>
            <p:ph type="sldNum" idx="12"/>
          </p:nvPr>
        </p:nvSpPr>
        <p:spPr>
          <a:xfrm>
            <a:off x="12085560" y="13161960"/>
            <a:ext cx="302400" cy="278280"/>
          </a:xfrm>
          <a:prstGeom prst="rect">
            <a:avLst/>
          </a:prstGeom>
          <a:noFill/>
          <a:ln w="12600">
            <a:noFill/>
          </a:ln>
        </p:spPr>
        <p:txBody>
          <a:bodyPr lIns="0" rIns="0" tIns="0" bIns="0" anchor="b">
            <a:noAutofit/>
          </a:bodyPr>
          <a:lstStyle>
            <a:lvl1pPr indent="0" algn="ctr" defTabSz="584280">
              <a:lnSpc>
                <a:spcPct val="100000"/>
              </a:lnSpc>
              <a:buNone/>
              <a:tabLst>
                <a:tab algn="l" pos="0"/>
              </a:tabLst>
              <a:defRPr b="0" lang="en-US" sz="1800" spc="-1" strike="noStrike">
                <a:solidFill>
                  <a:srgbClr val="ffffff"/>
                </a:solidFill>
                <a:latin typeface="Verdana"/>
                <a:ea typeface="Verdana"/>
              </a:defRPr>
            </a:lvl1pPr>
          </a:lstStyle>
          <a:p>
            <a:pPr indent="0" algn="ctr" defTabSz="584280">
              <a:lnSpc>
                <a:spcPct val="100000"/>
              </a:lnSpc>
              <a:buNone/>
              <a:tabLst>
                <a:tab algn="l" pos="0"/>
              </a:tabLst>
            </a:pPr>
            <a:fld id="{B870C91E-EE34-460D-B5E1-69DA8ACEFED0}" type="slidenum">
              <a:rPr b="0" lang="en-US" sz="1800" spc="-1" strike="noStrike">
                <a:solidFill>
                  <a:srgbClr val="ffffff"/>
                </a:solidFill>
                <a:latin typeface="Verdana"/>
                <a:ea typeface="Verdana"/>
              </a:rPr>
              <a:t>&lt;编号&gt;</a:t>
            </a:fld>
            <a:endParaRPr b="0" lang="en-US" sz="18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71" r:id="rId2"/>
  </p:sldLayoutIdLst>
</p:sldMaster>
</file>

<file path=ppt/slideMasters/slideMaster1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PlaceHolder 1"/>
          <p:cNvSpPr>
            <a:spLocks noGrp="1"/>
          </p:cNvSpPr>
          <p:nvPr>
            <p:ph type="title"/>
          </p:nvPr>
        </p:nvSpPr>
        <p:spPr>
          <a:xfrm>
            <a:off x="1206360" y="2575080"/>
            <a:ext cx="21970080" cy="4647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zh-CN" sz="1800" spc="-1" strike="noStrike">
                <a:solidFill>
                  <a:srgbClr val="000000"/>
                </a:solidFill>
                <a:latin typeface="Arial"/>
              </a:rPr>
              <a:t>单击以编辑标题文本格式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" name="PlaceHolder 2"/>
          <p:cNvSpPr>
            <a:spLocks noGrp="1"/>
          </p:cNvSpPr>
          <p:nvPr>
            <p:ph type="body"/>
          </p:nvPr>
        </p:nvSpPr>
        <p:spPr>
          <a:xfrm>
            <a:off x="1201320" y="11859840"/>
            <a:ext cx="21970080" cy="635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7777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zh-CN" sz="1800" spc="-1" strike="noStrike">
                <a:solidFill>
                  <a:srgbClr val="000000"/>
                </a:solidFill>
                <a:latin typeface="Arial"/>
              </a:rPr>
              <a:t>点击以编辑提纲文本格式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zh-CN" sz="1800" spc="-1" strike="noStrike">
                <a:solidFill>
                  <a:srgbClr val="000000"/>
                </a:solidFill>
                <a:latin typeface="Arial"/>
              </a:rPr>
              <a:t>第二提纲级别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zh-CN" sz="1800" spc="-1" strike="noStrike">
                <a:solidFill>
                  <a:srgbClr val="000000"/>
                </a:solidFill>
                <a:latin typeface="Arial"/>
              </a:rPr>
              <a:t>第三提纲级别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zh-CN" sz="1800" spc="-1" strike="noStrike">
                <a:solidFill>
                  <a:srgbClr val="000000"/>
                </a:solidFill>
                <a:latin typeface="Arial"/>
              </a:rPr>
              <a:t>第四提纲级别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zh-CN" sz="1800" spc="-1" strike="noStrike">
                <a:solidFill>
                  <a:srgbClr val="000000"/>
                </a:solidFill>
                <a:latin typeface="Arial"/>
              </a:rPr>
              <a:t>第五提纲级别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zh-CN" sz="1800" spc="-1" strike="noStrike">
                <a:solidFill>
                  <a:srgbClr val="000000"/>
                </a:solidFill>
                <a:latin typeface="Arial"/>
              </a:rPr>
              <a:t>第六提纲级别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zh-CN" sz="1800" spc="-1" strike="noStrike">
                <a:solidFill>
                  <a:srgbClr val="000000"/>
                </a:solidFill>
                <a:latin typeface="Arial"/>
              </a:rPr>
              <a:t>第七提纲级别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73" r:id="rId2"/>
  </p:sldLayoutIdLst>
</p:sldMaster>
</file>

<file path=ppt/slideMasters/slideMaster1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Rectangle"/>
          <p:cNvSpPr/>
          <p:nvPr/>
        </p:nvSpPr>
        <p:spPr>
          <a:xfrm>
            <a:off x="-95400" y="13392000"/>
            <a:ext cx="24516360" cy="456120"/>
          </a:xfrm>
          <a:prstGeom prst="rect">
            <a:avLst/>
          </a:prstGeom>
          <a:solidFill>
            <a:srgbClr val="d6d6d6"/>
          </a:solidFill>
          <a:ln w="12700">
            <a:noFill/>
          </a:ln>
        </p:spPr>
        <p:style>
          <a:lnRef idx="0"/>
          <a:fillRef idx="0"/>
          <a:effectRef idx="0"/>
          <a:fontRef idx="minor"/>
        </p:style>
        <p:txBody>
          <a:bodyPr lIns="76320" rIns="76320" tIns="76320" bIns="76320" anchor="ctr">
            <a:noAutofit/>
          </a:bodyPr>
          <a:p>
            <a:pPr algn="ctr" defTabSz="819000">
              <a:lnSpc>
                <a:spcPct val="100000"/>
              </a:lnSpc>
              <a:tabLst>
                <a:tab algn="l" pos="0"/>
              </a:tabLst>
            </a:pPr>
            <a:endParaRPr b="0" lang="en-US" sz="4800" spc="-1" strike="noStrike">
              <a:solidFill>
                <a:srgbClr val="ffffff"/>
              </a:solidFill>
              <a:latin typeface="Gill Sans"/>
              <a:ea typeface="Gill Sans"/>
            </a:endParaRPr>
          </a:p>
        </p:txBody>
      </p:sp>
      <p:sp>
        <p:nvSpPr>
          <p:cNvPr id="79" name="Line"/>
          <p:cNvSpPr/>
          <p:nvPr/>
        </p:nvSpPr>
        <p:spPr>
          <a:xfrm>
            <a:off x="516960" y="1257120"/>
            <a:ext cx="23315760" cy="360"/>
          </a:xfrm>
          <a:prstGeom prst="line">
            <a:avLst/>
          </a:prstGeom>
          <a:ln w="3175">
            <a:solidFill>
              <a:srgbClr val="929292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68400" rIns="68400" tIns="0" bIns="0" anchor="t">
            <a:noAutofit/>
          </a:bodyPr>
          <a:p>
            <a:endParaRPr b="0" lang="en-US" sz="3000" spc="-1" strike="noStrike">
              <a:solidFill>
                <a:srgbClr val="000000"/>
              </a:solidFill>
              <a:latin typeface="Helvetica Neue Light"/>
              <a:ea typeface="Helvetica Neue Light"/>
            </a:endParaRPr>
          </a:p>
        </p:txBody>
      </p:sp>
      <p:graphicFrame>
        <p:nvGraphicFramePr>
          <p:cNvPr id="80" name="Table"/>
          <p:cNvGraphicFramePr/>
          <p:nvPr/>
        </p:nvGraphicFramePr>
        <p:xfrm>
          <a:off x="57240" y="13373280"/>
          <a:ext cx="35204400" cy="512640"/>
        </p:xfrm>
        <a:graphic>
          <a:graphicData uri="http://schemas.openxmlformats.org/drawingml/2006/table">
            <a:tbl>
              <a:tblPr/>
              <a:tblGrid>
                <a:gridCol w="11734920"/>
                <a:gridCol w="11734920"/>
                <a:gridCol w="11734920"/>
              </a:tblGrid>
              <a:tr h="512640">
                <a:tc>
                  <a:txBody>
                    <a:bodyPr lIns="50760" rIns="50760" anchor="ctr">
                      <a:noAutofit/>
                    </a:bodyPr>
                    <a:p>
                      <a:endParaRPr b="0" lang="en-US" sz="2200" spc="-1" strike="noStrike">
                        <a:solidFill>
                          <a:srgbClr val="606060"/>
                        </a:solidFill>
                        <a:latin typeface="Helvetica Neue Light"/>
                        <a:ea typeface="Helvetica Neue Light"/>
                      </a:endParaRPr>
                    </a:p>
                  </a:txBody>
                  <a:tcPr anchor="ctr" marL="50760" marR="507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noFill/>
                  </a:tcPr>
                </a:tc>
                <a:tc>
                  <a:txBody>
                    <a:bodyPr lIns="50760" rIns="50760" anchor="ctr">
                      <a:noAutofit/>
                    </a:bodyPr>
                    <a:p>
                      <a:pPr algn="ctr" defTabSz="13716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2200" spc="-1" strike="noStrike">
                          <a:solidFill>
                            <a:srgbClr val="606060"/>
                          </a:solidFill>
                          <a:latin typeface="Helvetica Neue Light"/>
                          <a:ea typeface="Helvetica Neue Light"/>
                        </a:rPr>
                        <a:t>Page</a:t>
                      </a:r>
                      <a:endParaRPr b="0" lang="en-US" sz="22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50760" marR="507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noFill/>
                  </a:tcPr>
                </a:tc>
                <a:tc>
                  <a:txBody>
                    <a:bodyPr lIns="50760" rIns="50760" anchor="ctr">
                      <a:noAutofit/>
                    </a:bodyPr>
                    <a:p>
                      <a:pPr algn="r" defTabSz="13716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2200" spc="-1" strike="noStrike">
                          <a:solidFill>
                            <a:srgbClr val="606060"/>
                          </a:solidFill>
                          <a:latin typeface="Helvetica Neue Light"/>
                          <a:ea typeface="Helvetica Neue Light"/>
                        </a:rPr>
                        <a:t>Apple Confidential</a:t>
                      </a:r>
                      <a:endParaRPr b="0" lang="en-US" sz="22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50760" marR="507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81" name="PlaceHolder 1"/>
          <p:cNvSpPr>
            <a:spLocks noGrp="1"/>
          </p:cNvSpPr>
          <p:nvPr>
            <p:ph type="title"/>
          </p:nvPr>
        </p:nvSpPr>
        <p:spPr>
          <a:xfrm>
            <a:off x="1206360" y="2575080"/>
            <a:ext cx="21970080" cy="4647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zh-CN" sz="1800" spc="-1" strike="noStrike">
                <a:solidFill>
                  <a:srgbClr val="000000"/>
                </a:solidFill>
                <a:latin typeface="Arial"/>
              </a:rPr>
              <a:t>单击以编辑标题文本格式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" name="PlaceHolder 2"/>
          <p:cNvSpPr>
            <a:spLocks noGrp="1"/>
          </p:cNvSpPr>
          <p:nvPr>
            <p:ph type="body"/>
          </p:nvPr>
        </p:nvSpPr>
        <p:spPr>
          <a:xfrm>
            <a:off x="1201320" y="11859840"/>
            <a:ext cx="21970080" cy="635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7777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zh-CN" sz="1800" spc="-1" strike="noStrike">
                <a:solidFill>
                  <a:srgbClr val="000000"/>
                </a:solidFill>
                <a:latin typeface="Arial"/>
              </a:rPr>
              <a:t>点击以编辑提纲文本格式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zh-CN" sz="1800" spc="-1" strike="noStrike">
                <a:solidFill>
                  <a:srgbClr val="000000"/>
                </a:solidFill>
                <a:latin typeface="Arial"/>
              </a:rPr>
              <a:t>第二提纲级别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zh-CN" sz="1800" spc="-1" strike="noStrike">
                <a:solidFill>
                  <a:srgbClr val="000000"/>
                </a:solidFill>
                <a:latin typeface="Arial"/>
              </a:rPr>
              <a:t>第三提纲级别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zh-CN" sz="1800" spc="-1" strike="noStrike">
                <a:solidFill>
                  <a:srgbClr val="000000"/>
                </a:solidFill>
                <a:latin typeface="Arial"/>
              </a:rPr>
              <a:t>第四提纲级别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zh-CN" sz="1800" spc="-1" strike="noStrike">
                <a:solidFill>
                  <a:srgbClr val="000000"/>
                </a:solidFill>
                <a:latin typeface="Arial"/>
              </a:rPr>
              <a:t>第五提纲级别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zh-CN" sz="1800" spc="-1" strike="noStrike">
                <a:solidFill>
                  <a:srgbClr val="000000"/>
                </a:solidFill>
                <a:latin typeface="Arial"/>
              </a:rPr>
              <a:t>第六提纲级别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zh-CN" sz="1800" spc="-1" strike="noStrike">
                <a:solidFill>
                  <a:srgbClr val="000000"/>
                </a:solidFill>
                <a:latin typeface="Arial"/>
              </a:rPr>
              <a:t>第七提纲级别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" name="PlaceHolder 3"/>
          <p:cNvSpPr>
            <a:spLocks noGrp="1"/>
          </p:cNvSpPr>
          <p:nvPr>
            <p:ph type="sldNum" idx="13"/>
          </p:nvPr>
        </p:nvSpPr>
        <p:spPr>
          <a:xfrm>
            <a:off x="11469960" y="9605520"/>
            <a:ext cx="333360" cy="337320"/>
          </a:xfrm>
          <a:prstGeom prst="rect">
            <a:avLst/>
          </a:prstGeom>
          <a:noFill/>
          <a:ln w="12600">
            <a:noFill/>
          </a:ln>
        </p:spPr>
        <p:txBody>
          <a:bodyPr lIns="76320" rIns="76320" tIns="76320" bIns="76320" anchor="b">
            <a:noAutofit/>
          </a:bodyPr>
          <a:lstStyle>
            <a:lvl1pPr indent="0" algn="ctr" defTabSz="8190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606060"/>
                </a:solidFill>
                <a:latin typeface="Helvetica Neue Light"/>
                <a:ea typeface="Helvetica Neue Light"/>
              </a:defRPr>
            </a:lvl1pPr>
          </a:lstStyle>
          <a:p>
            <a:pPr indent="0" algn="ctr" defTabSz="819000">
              <a:lnSpc>
                <a:spcPct val="100000"/>
              </a:lnSpc>
              <a:buNone/>
              <a:tabLst>
                <a:tab algn="l" pos="0"/>
              </a:tabLst>
            </a:pPr>
            <a:fld id="{A87B9532-3A38-484B-B99F-0127278DA48D}" type="slidenum">
              <a:rPr b="0" lang="en-US" sz="1200" spc="-1" strike="noStrike">
                <a:solidFill>
                  <a:srgbClr val="606060"/>
                </a:solidFill>
                <a:latin typeface="Helvetica Neue Light"/>
                <a:ea typeface="Helvetica Neue Light"/>
              </a:rPr>
              <a:t>&lt;编号&gt;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75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文字方塊 3"/>
          <p:cNvSpPr/>
          <p:nvPr/>
        </p:nvSpPr>
        <p:spPr>
          <a:xfrm>
            <a:off x="6507000" y="432360"/>
            <a:ext cx="11295720" cy="558000"/>
          </a:xfrm>
          <a:prstGeom prst="rect">
            <a:avLst/>
          </a:prstGeom>
          <a:noFill/>
          <a:ln w="1270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38160" horzOverflow="overflow" lIns="50760" rIns="50760" tIns="50760" bIns="50760" anchor="ctr">
            <a:spAutoFit/>
          </a:bodyPr>
          <a:p>
            <a:pPr algn="ctr" defTabSz="825480">
              <a:lnSpc>
                <a:spcPct val="100000"/>
              </a:lnSpc>
              <a:tabLst>
                <a:tab algn="l" pos="0"/>
              </a:tabLst>
            </a:pPr>
            <a:r>
              <a:rPr b="1" lang="en-US" sz="3000" spc="-1" strike="noStrike">
                <a:solidFill>
                  <a:srgbClr val="000000"/>
                </a:solidFill>
                <a:latin typeface="微軟正黑體"/>
                <a:ea typeface="微軟正黑體"/>
              </a:rPr>
              <a:t>5C Report</a:t>
            </a:r>
            <a:endParaRPr b="0" lang="en-US" sz="3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" name="文字方塊 22"/>
          <p:cNvSpPr/>
          <p:nvPr/>
        </p:nvSpPr>
        <p:spPr>
          <a:xfrm>
            <a:off x="20231280" y="219600"/>
            <a:ext cx="3741480" cy="558000"/>
          </a:xfrm>
          <a:prstGeom prst="rect">
            <a:avLst/>
          </a:prstGeom>
          <a:solidFill>
            <a:srgbClr val="ffff00"/>
          </a:solidFill>
          <a:ln w="1270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38160" horzOverflow="overflow" lIns="50760" rIns="50760" tIns="50760" bIns="50760" anchor="ctr">
            <a:spAutoFit/>
          </a:bodyPr>
          <a:p>
            <a:pPr algn="ctr" defTabSz="825480">
              <a:lnSpc>
                <a:spcPct val="100000"/>
              </a:lnSpc>
              <a:tabLst>
                <a:tab algn="l" pos="0"/>
              </a:tabLst>
            </a:pPr>
            <a:r>
              <a:rPr b="1" lang="en-US" sz="3000" spc="-1" strike="noStrike">
                <a:solidFill>
                  <a:srgbClr val="000000"/>
                </a:solidFill>
                <a:latin typeface="微軟正黑體"/>
                <a:ea typeface="微軟正黑體"/>
              </a:rPr>
              <a:t>5C</a:t>
            </a:r>
            <a:r>
              <a:rPr b="1" lang="zh-CN" sz="3000" spc="-1" strike="noStrike">
                <a:solidFill>
                  <a:srgbClr val="000000"/>
                </a:solidFill>
                <a:latin typeface="微軟正黑體"/>
                <a:ea typeface="微軟正黑體"/>
              </a:rPr>
              <a:t>模板</a:t>
            </a:r>
            <a:endParaRPr b="0" lang="en-US" sz="3000" spc="-1" strike="noStrike">
              <a:solidFill>
                <a:srgbClr val="000000"/>
              </a:solidFill>
              <a:latin typeface="Arial"/>
            </a:endParaRPr>
          </a:p>
        </p:txBody>
      </p:sp>
      <p:graphicFrame>
        <p:nvGraphicFramePr>
          <p:cNvPr id="88" name="表格 5"/>
          <p:cNvGraphicFramePr/>
          <p:nvPr/>
        </p:nvGraphicFramePr>
        <p:xfrm>
          <a:off x="4064040" y="1439280"/>
          <a:ext cx="16255080" cy="11211480"/>
        </p:xfrm>
        <a:graphic>
          <a:graphicData uri="http://schemas.openxmlformats.org/drawingml/2006/table">
            <a:tbl>
              <a:tblPr/>
              <a:tblGrid>
                <a:gridCol w="3799800"/>
                <a:gridCol w="7037280"/>
                <a:gridCol w="5418360"/>
              </a:tblGrid>
              <a:tr h="895320">
                <a:tc rowSpan="3">
                  <a:txBody>
                    <a:bodyPr anchor="ctr">
                      <a:noAutofit/>
                    </a:bodyPr>
                    <a:p>
                      <a:pPr defTabSz="82548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en-US" sz="2400" spc="-1" strike="noStrike">
                          <a:solidFill>
                            <a:schemeClr val="dk1"/>
                          </a:solidFill>
                          <a:latin typeface="微軟正黑體"/>
                          <a:ea typeface="微軟正黑體"/>
                        </a:rPr>
                        <a:t>Characterize</a:t>
                      </a:r>
                      <a:endParaRPr b="0" lang="en-US" sz="2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82548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2000" spc="-1" strike="noStrike">
                          <a:solidFill>
                            <a:schemeClr val="dk1"/>
                          </a:solidFill>
                          <a:latin typeface="微軟正黑體"/>
                          <a:ea typeface="微軟正黑體"/>
                        </a:rPr>
                        <a:t>Radar#</a:t>
                      </a:r>
                      <a:r>
                        <a:rPr b="0" lang="zh-CN" sz="2000" spc="-1" strike="noStrike">
                          <a:solidFill>
                            <a:schemeClr val="dk1"/>
                          </a:solidFill>
                          <a:latin typeface="微軟正黑體"/>
                          <a:ea typeface="微軟正黑體"/>
                        </a:rPr>
                        <a:t>（雷達號）</a:t>
                      </a:r>
                      <a:r>
                        <a:rPr b="0" lang="en-US" sz="2000" spc="-1" strike="noStrike">
                          <a:solidFill>
                            <a:schemeClr val="dk1"/>
                          </a:solidFill>
                          <a:latin typeface="微軟正黑體"/>
                          <a:ea typeface="微軟正黑體"/>
                        </a:rPr>
                        <a:t>:  {TXT_RADAR_NO} </a:t>
                      </a:r>
                      <a:endParaRPr b="0" lang="en-US" sz="2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82548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2000" spc="-1" strike="noStrike">
                          <a:solidFill>
                            <a:schemeClr val="dk1"/>
                          </a:solidFill>
                          <a:latin typeface="微軟正黑體"/>
                          <a:ea typeface="微軟正黑體"/>
                        </a:rPr>
                        <a:t>Issue Title</a:t>
                      </a:r>
                      <a:r>
                        <a:rPr b="0" lang="zh-CN" sz="2000" spc="-1" strike="noStrike">
                          <a:solidFill>
                            <a:schemeClr val="dk1"/>
                          </a:solidFill>
                          <a:latin typeface="微軟正黑體"/>
                          <a:ea typeface="微軟正黑體"/>
                        </a:rPr>
                        <a:t>（報告主題）： </a:t>
                      </a:r>
                      <a:r>
                        <a:rPr b="0" lang="en-US" sz="2000" spc="-1" strike="noStrike">
                          <a:solidFill>
                            <a:schemeClr val="dk1"/>
                          </a:solidFill>
                          <a:latin typeface="微軟正黑體"/>
                          <a:ea typeface="微軟正黑體"/>
                        </a:rPr>
                        <a:t>{TXT_ISSUE_TITLE} </a:t>
                      </a:r>
                      <a:endParaRPr b="0" lang="en-US" sz="2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895320">
                <a:tc vMerge="1">
                  <a:txBody>
                    <a:bodyPr lIns="90000" rIns="90000" tIns="45000" bIns="45000" anchor="t">
                      <a:noAutofit/>
                    </a:bodyPr>
                    <a:p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0000" marR="900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729fcf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82548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2000" spc="-1" strike="noStrike">
                          <a:solidFill>
                            <a:schemeClr val="dk1"/>
                          </a:solidFill>
                          <a:latin typeface="微軟正黑體"/>
                          <a:ea typeface="微軟正黑體"/>
                        </a:rPr>
                        <a:t>Date</a:t>
                      </a:r>
                      <a:r>
                        <a:rPr b="0" lang="zh-CN" sz="2000" spc="-1" strike="noStrike">
                          <a:solidFill>
                            <a:schemeClr val="dk1"/>
                          </a:solidFill>
                          <a:latin typeface="微軟正黑體"/>
                          <a:ea typeface="微軟正黑體"/>
                        </a:rPr>
                        <a:t>（日期）</a:t>
                      </a:r>
                      <a:r>
                        <a:rPr b="0" lang="en-US" sz="2000" spc="-1" strike="noStrike">
                          <a:solidFill>
                            <a:schemeClr val="dk1"/>
                          </a:solidFill>
                          <a:latin typeface="微軟正黑體"/>
                          <a:ea typeface="微軟正黑體"/>
                        </a:rPr>
                        <a:t>:{TXT_DATE} </a:t>
                      </a:r>
                      <a:endParaRPr b="0" lang="en-US" sz="2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82548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2000" spc="-1" strike="noStrike">
                          <a:solidFill>
                            <a:schemeClr val="dk1"/>
                          </a:solidFill>
                          <a:latin typeface="微軟正黑體"/>
                          <a:ea typeface="微軟正黑體"/>
                        </a:rPr>
                        <a:t>Description</a:t>
                      </a:r>
                      <a:r>
                        <a:rPr b="0" lang="zh-CN" sz="2000" spc="-1" strike="noStrike">
                          <a:solidFill>
                            <a:schemeClr val="dk1"/>
                          </a:solidFill>
                          <a:latin typeface="微軟正黑體"/>
                          <a:ea typeface="微軟正黑體"/>
                        </a:rPr>
                        <a:t>（問題描述）：</a:t>
                      </a:r>
                      <a:r>
                        <a:rPr b="0" lang="en-US" sz="2000" spc="-1" strike="noStrike">
                          <a:solidFill>
                            <a:schemeClr val="dk1"/>
                          </a:solidFill>
                          <a:latin typeface="微軟正黑體"/>
                          <a:ea typeface="微軟正黑體"/>
                        </a:rPr>
                        <a:t>{TXT_DESC} </a:t>
                      </a:r>
                      <a:endParaRPr b="0" lang="en-US" sz="2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895320">
                <a:tc vMerge="1">
                  <a:txBody>
                    <a:bodyPr lIns="90000" rIns="90000" tIns="45000" bIns="45000" anchor="t">
                      <a:noAutofit/>
                    </a:bodyPr>
                    <a:p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0000" marR="900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729fcf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82548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2000" spc="-1" strike="noStrike">
                          <a:solidFill>
                            <a:schemeClr val="dk1"/>
                          </a:solidFill>
                          <a:latin typeface="微軟正黑體"/>
                          <a:ea typeface="微軟正黑體"/>
                        </a:rPr>
                        <a:t>Champion</a:t>
                      </a:r>
                      <a:r>
                        <a:rPr b="0" lang="zh-CN" sz="2000" spc="-1" strike="noStrike">
                          <a:solidFill>
                            <a:schemeClr val="dk1"/>
                          </a:solidFill>
                          <a:latin typeface="微軟正黑體"/>
                          <a:ea typeface="微軟正黑體"/>
                        </a:rPr>
                        <a:t>（相關團隊成員）</a:t>
                      </a:r>
                      <a:r>
                        <a:rPr b="0" lang="en-US" sz="2000" spc="-1" strike="noStrike">
                          <a:solidFill>
                            <a:schemeClr val="dk1"/>
                          </a:solidFill>
                          <a:latin typeface="微軟正黑體"/>
                          <a:ea typeface="微軟正黑體"/>
                        </a:rPr>
                        <a:t>:{TXT_CHAMPION}  </a:t>
                      </a:r>
                      <a:endParaRPr b="0" lang="en-US" sz="2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endParaRPr b="0" lang="en-US" sz="2000" spc="-1" strike="noStrike">
                        <a:solidFill>
                          <a:schemeClr val="dk1"/>
                        </a:solidFill>
                        <a:latin typeface="微軟正黑體"/>
                        <a:ea typeface="微軟正黑體"/>
                      </a:endParaRPr>
                    </a:p>
                  </a:txBody>
                  <a:tcPr anchor="t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895320">
                <a:tc>
                  <a:txBody>
                    <a:bodyPr anchor="ctr">
                      <a:noAutofit/>
                    </a:bodyPr>
                    <a:p>
                      <a:pPr defTabSz="82548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en-US" sz="2400" spc="-1" strike="noStrike">
                          <a:solidFill>
                            <a:schemeClr val="dk1"/>
                          </a:solidFill>
                          <a:latin typeface="微軟正黑體"/>
                          <a:ea typeface="微軟正黑體"/>
                        </a:rPr>
                        <a:t>Contain</a:t>
                      </a:r>
                      <a:endParaRPr b="0" lang="en-US" sz="2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82548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2000" spc="-1" strike="noStrike">
                          <a:solidFill>
                            <a:schemeClr val="dk1"/>
                          </a:solidFill>
                          <a:latin typeface="微軟正黑體"/>
                          <a:ea typeface="微軟正黑體"/>
                        </a:rPr>
                        <a:t>Containment</a:t>
                      </a:r>
                      <a:r>
                        <a:rPr b="0" lang="zh-CN" sz="2000" spc="-1" strike="noStrike">
                          <a:solidFill>
                            <a:schemeClr val="dk1"/>
                          </a:solidFill>
                          <a:latin typeface="微軟正黑體"/>
                          <a:ea typeface="微軟正黑體"/>
                        </a:rPr>
                        <a:t>（圍堵措施）</a:t>
                      </a:r>
                      <a:r>
                        <a:rPr b="0" lang="en-US" sz="2000" spc="-1" strike="noStrike">
                          <a:solidFill>
                            <a:schemeClr val="dk1"/>
                          </a:solidFill>
                          <a:latin typeface="微軟正黑體"/>
                          <a:ea typeface="微軟正黑體"/>
                        </a:rPr>
                        <a:t>:</a:t>
                      </a:r>
                      <a:endParaRPr b="0" lang="en-US" sz="2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endParaRPr b="0" lang="en-US" sz="2000" spc="-1" strike="noStrike">
                        <a:solidFill>
                          <a:schemeClr val="dk1"/>
                        </a:solidFill>
                        <a:latin typeface="微軟正黑體"/>
                        <a:ea typeface="微軟正黑體"/>
                      </a:endParaRPr>
                      <a:r>
                        <a:t>{Fill in list of containment actions}</a:t>
                      </a:r>
                    </a:p>
                  </a:txBody>
                  <a:tcPr anchor="t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1197000">
                <a:tc rowSpan="2">
                  <a:txBody>
                    <a:bodyPr anchor="ctr">
                      <a:noAutofit/>
                    </a:bodyPr>
                    <a:p>
                      <a:pPr defTabSz="82548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en-US" sz="2400" spc="-1" strike="noStrike">
                          <a:solidFill>
                            <a:schemeClr val="dk1"/>
                          </a:solidFill>
                          <a:latin typeface="微軟正黑體"/>
                          <a:ea typeface="微軟正黑體"/>
                        </a:rPr>
                        <a:t>Cause</a:t>
                      </a:r>
                      <a:endParaRPr b="0" lang="en-US" sz="2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82548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2000" spc="-1" strike="noStrike">
                          <a:solidFill>
                            <a:schemeClr val="dk1"/>
                          </a:solidFill>
                          <a:latin typeface="微軟正黑體"/>
                          <a:ea typeface="微軟正黑體"/>
                        </a:rPr>
                        <a:t>Root Cause</a:t>
                      </a:r>
                      <a:r>
                        <a:rPr b="0" lang="zh-CN" sz="2000" spc="-1" strike="noStrike">
                          <a:solidFill>
                            <a:schemeClr val="dk1"/>
                          </a:solidFill>
                          <a:latin typeface="微軟正黑體"/>
                          <a:ea typeface="微軟正黑體"/>
                        </a:rPr>
                        <a:t>（根本原因）</a:t>
                      </a:r>
                      <a:r>
                        <a:rPr b="0" lang="en-US" sz="2000" spc="-1" strike="noStrike">
                          <a:solidFill>
                            <a:schemeClr val="dk1"/>
                          </a:solidFill>
                          <a:latin typeface="微軟正黑體"/>
                          <a:ea typeface="微軟正黑體"/>
                        </a:rPr>
                        <a:t>:</a:t>
                      </a:r>
                      <a:endParaRPr b="0" lang="en-US" sz="2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endParaRPr b="0" lang="en-US" sz="2000" spc="-1" strike="noStrike">
                        <a:solidFill>
                          <a:schemeClr val="dk1"/>
                        </a:solidFill>
                        <a:latin typeface="微軟正黑體"/>
                        <a:ea typeface="微軟正黑體"/>
                      </a:endParaRPr>
                      <a:r>
                        <a:t>{Fill in list of root cause}</a:t>
                      </a:r>
                    </a:p>
                  </a:txBody>
                  <a:tcPr anchor="t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1263240">
                <a:tc vMerge="1">
                  <a:txBody>
                    <a:bodyPr lIns="90000" rIns="90000" tIns="45000" bIns="45000" anchor="t">
                      <a:noAutofit/>
                    </a:bodyPr>
                    <a:p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0000" marR="900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729fcf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82548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2000" spc="-1" strike="noStrike">
                          <a:solidFill>
                            <a:schemeClr val="dk1"/>
                          </a:solidFill>
                          <a:latin typeface="微軟正黑體"/>
                          <a:ea typeface="微軟正黑體"/>
                        </a:rPr>
                        <a:t>Escape Cause</a:t>
                      </a:r>
                      <a:r>
                        <a:rPr b="0" lang="zh-CN" sz="2000" spc="-1" strike="noStrike">
                          <a:solidFill>
                            <a:schemeClr val="dk1"/>
                          </a:solidFill>
                          <a:latin typeface="微軟正黑體"/>
                          <a:ea typeface="微軟正黑體"/>
                        </a:rPr>
                        <a:t>（不良流出原因）</a:t>
                      </a:r>
                      <a:r>
                        <a:rPr b="0" lang="en-US" sz="2000" spc="-1" strike="noStrike">
                          <a:solidFill>
                            <a:schemeClr val="dk1"/>
                          </a:solidFill>
                          <a:latin typeface="微軟正黑體"/>
                          <a:ea typeface="微軟正黑體"/>
                        </a:rPr>
                        <a:t>:</a:t>
                      </a:r>
                      <a:endParaRPr b="0" lang="en-US" sz="2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82548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2000" spc="-1" strike="noStrike">
                          <a:solidFill>
                            <a:schemeClr val="dk1"/>
                          </a:solidFill>
                          <a:latin typeface="微軟正黑體"/>
                          <a:ea typeface="微軟正黑體"/>
                        </a:rPr>
                        <a:t>{Fill in list of escape causes}</a:t>
                      </a:r>
                      <a:endParaRPr b="0" lang="en-US" sz="2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  <a:p>
                      <a:pPr defTabSz="82548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endParaRPr b="0" lang="en-US" sz="2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1280160">
                <a:tc rowSpan="2">
                  <a:txBody>
                    <a:bodyPr anchor="ctr">
                      <a:noAutofit/>
                    </a:bodyPr>
                    <a:p>
                      <a:pPr defTabSz="82548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en-US" sz="2400" spc="-1" strike="noStrike">
                          <a:solidFill>
                            <a:schemeClr val="dk1"/>
                          </a:solidFill>
                          <a:latin typeface="微軟正黑體"/>
                          <a:ea typeface="微軟正黑體"/>
                        </a:rPr>
                        <a:t>Corrective Action</a:t>
                      </a:r>
                      <a:endParaRPr b="0" lang="en-US" sz="2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82548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2000" spc="-1" strike="noStrike">
                          <a:solidFill>
                            <a:schemeClr val="dk1"/>
                          </a:solidFill>
                          <a:latin typeface="微軟正黑體"/>
                          <a:ea typeface="微軟正黑體"/>
                        </a:rPr>
                        <a:t>Corrective Action</a:t>
                      </a:r>
                      <a:r>
                        <a:rPr b="0" lang="zh-CN" sz="2000" spc="-1" strike="noStrike">
                          <a:solidFill>
                            <a:schemeClr val="dk1"/>
                          </a:solidFill>
                          <a:latin typeface="微軟正黑體"/>
                          <a:ea typeface="微軟正黑體"/>
                        </a:rPr>
                        <a:t>（改善措施）</a:t>
                      </a:r>
                      <a:r>
                        <a:rPr b="0" lang="en-US" sz="2000" spc="-1" strike="noStrike">
                          <a:solidFill>
                            <a:schemeClr val="dk1"/>
                          </a:solidFill>
                          <a:latin typeface="微軟正黑體"/>
                          <a:ea typeface="微軟正黑體"/>
                        </a:rPr>
                        <a:t>:</a:t>
                      </a:r>
                      <a:endParaRPr b="0" lang="en-US" sz="2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82548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2000" spc="-1" strike="noStrike">
                          <a:solidFill>
                            <a:schemeClr val="dk1"/>
                          </a:solidFill>
                          <a:latin typeface="微軟正黑體"/>
                          <a:ea typeface="微軟正黑體"/>
                        </a:rPr>
                        <a:t>{Fill in list of corrective actions}</a:t>
                      </a:r>
                      <a:endParaRPr b="0" lang="en-US" sz="2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1346400">
                <a:tc vMerge="1">
                  <a:txBody>
                    <a:bodyPr lIns="90000" rIns="90000" tIns="45000" bIns="45000" anchor="t">
                      <a:noAutofit/>
                    </a:bodyPr>
                    <a:p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0000" marR="900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729fcf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82548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2000" spc="-1" strike="noStrike">
                          <a:solidFill>
                            <a:schemeClr val="dk1"/>
                          </a:solidFill>
                          <a:latin typeface="微軟正黑體"/>
                          <a:ea typeface="微軟正黑體"/>
                        </a:rPr>
                        <a:t>Preventive Action</a:t>
                      </a:r>
                      <a:r>
                        <a:rPr b="0" lang="zh-CN" sz="2000" spc="-1" strike="noStrike">
                          <a:solidFill>
                            <a:schemeClr val="dk1"/>
                          </a:solidFill>
                          <a:latin typeface="微軟正黑體"/>
                          <a:ea typeface="微軟正黑體"/>
                        </a:rPr>
                        <a:t>（預防措施）</a:t>
                      </a:r>
                      <a:r>
                        <a:rPr b="0" lang="en-US" sz="2000" spc="-1" strike="noStrike">
                          <a:solidFill>
                            <a:schemeClr val="dk1"/>
                          </a:solidFill>
                          <a:latin typeface="微軟正黑體"/>
                          <a:ea typeface="微軟正黑體"/>
                        </a:rPr>
                        <a:t>:</a:t>
                      </a:r>
                      <a:endParaRPr b="0" lang="en-US" sz="2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82548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2000" spc="-1" strike="noStrike">
                          <a:solidFill>
                            <a:schemeClr val="dk1"/>
                          </a:solidFill>
                          <a:latin typeface="微軟正黑體"/>
                          <a:ea typeface="微軟正黑體"/>
                        </a:rPr>
                        <a:t>{Fill in list of preventive actions}</a:t>
                      </a:r>
                      <a:endParaRPr b="0" lang="en-US" sz="2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1230120">
                <a:tc rowSpan="2">
                  <a:txBody>
                    <a:bodyPr anchor="ctr">
                      <a:noAutofit/>
                    </a:bodyPr>
                    <a:p>
                      <a:pPr defTabSz="82548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en-US" sz="2400" spc="-1" strike="noStrike">
                          <a:solidFill>
                            <a:schemeClr val="dk1"/>
                          </a:solidFill>
                          <a:latin typeface="微軟正黑體"/>
                          <a:ea typeface="微軟正黑體"/>
                        </a:rPr>
                        <a:t>Closure</a:t>
                      </a:r>
                      <a:endParaRPr b="0" lang="en-US" sz="2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82548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2000" spc="-1" strike="noStrike">
                          <a:solidFill>
                            <a:schemeClr val="dk1"/>
                          </a:solidFill>
                          <a:latin typeface="微軟正黑體"/>
                          <a:ea typeface="微軟正黑體"/>
                        </a:rPr>
                        <a:t>Verification</a:t>
                      </a:r>
                      <a:r>
                        <a:rPr b="0" lang="zh-CN" sz="2000" spc="-1" strike="noStrike">
                          <a:solidFill>
                            <a:schemeClr val="dk1"/>
                          </a:solidFill>
                          <a:latin typeface="微軟正黑體"/>
                          <a:ea typeface="微軟正黑體"/>
                        </a:rPr>
                        <a:t>（品質確認）</a:t>
                      </a:r>
                      <a:r>
                        <a:rPr b="0" lang="en-US" sz="2000" spc="-1" strike="noStrike">
                          <a:solidFill>
                            <a:schemeClr val="dk1"/>
                          </a:solidFill>
                          <a:latin typeface="微軟正黑體"/>
                          <a:ea typeface="微軟正黑體"/>
                        </a:rPr>
                        <a:t>:</a:t>
                      </a:r>
                      <a:endParaRPr b="0" lang="en-US" sz="2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r>
                        <a:rPr b="0" lang="en-US" sz="2000" spc="-1" strike="noStrike">
                          <a:solidFill>
                            <a:schemeClr val="dk1"/>
                          </a:solidFill>
                          <a:latin typeface="微軟正黑體"/>
                          <a:ea typeface="微軟正黑體"/>
                        </a:rPr>
                        <a:t>{TXT_VERIFICATION} </a:t>
                      </a:r>
                      <a:endParaRPr b="0" lang="en-US" sz="2000" spc="-1" strike="noStrike">
                        <a:solidFill>
                          <a:schemeClr val="dk1"/>
                        </a:solidFill>
                        <a:latin typeface="微軟正黑體"/>
                        <a:ea typeface="微軟正黑體"/>
                      </a:endParaRPr>
                    </a:p>
                  </a:txBody>
                  <a:tcPr anchor="t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1313280">
                <a:tc vMerge="1">
                  <a:txBody>
                    <a:bodyPr lIns="90000" rIns="90000" tIns="45000" bIns="45000" anchor="t">
                      <a:noAutofit/>
                    </a:bodyPr>
                    <a:p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0000" marR="900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729fcf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82548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2000" spc="-1" strike="noStrike">
                          <a:solidFill>
                            <a:schemeClr val="dk1"/>
                          </a:solidFill>
                          <a:latin typeface="微軟正黑體"/>
                          <a:ea typeface="微軟正黑體"/>
                        </a:rPr>
                        <a:t>Review Results</a:t>
                      </a:r>
                      <a:r>
                        <a:rPr b="0" lang="zh-CN" sz="2000" spc="-1" strike="noStrike">
                          <a:solidFill>
                            <a:schemeClr val="dk1"/>
                          </a:solidFill>
                          <a:latin typeface="微軟正黑體"/>
                          <a:ea typeface="微軟正黑體"/>
                        </a:rPr>
                        <a:t>（效果追蹤）：</a:t>
                      </a:r>
                      <a:endParaRPr b="0" lang="en-US" sz="2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r>
                        <a:rPr b="0" lang="en-US" sz="2000" spc="-1" strike="noStrike">
                          <a:solidFill>
                            <a:schemeClr val="dk1"/>
                          </a:solidFill>
                          <a:latin typeface="微軟正黑體"/>
                          <a:ea typeface="微軟正黑體"/>
                        </a:rPr>
                        <a:t>{TXT_REVIEW_RESULTS} </a:t>
                      </a:r>
                      <a:endParaRPr b="0" lang="en-US" sz="2000" spc="-1" strike="noStrike">
                        <a:solidFill>
                          <a:schemeClr val="dk1"/>
                        </a:solidFill>
                        <a:latin typeface="微軟正黑體"/>
                        <a:ea typeface="微軟正黑體"/>
                      </a:endParaRPr>
                    </a:p>
                  </a:txBody>
                  <a:tcPr anchor="t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White">
  <a:themeElements>
    <a:clrScheme name="White">
      <a:dk1>
        <a:srgbClr val="000000"/>
      </a:dk1>
      <a:lt1>
        <a:srgbClr val="ffffff"/>
      </a:lt1>
      <a:dk2>
        <a:srgbClr val="5e5e5e"/>
      </a:dk2>
      <a:lt2>
        <a:srgbClr val="d5d5d5"/>
      </a:lt2>
      <a:accent1>
        <a:srgbClr val="00a2ff"/>
      </a:accent1>
      <a:accent2>
        <a:srgbClr val="16e7cf"/>
      </a:accent2>
      <a:accent3>
        <a:srgbClr val="61d836"/>
      </a:accent3>
      <a:accent4>
        <a:srgbClr val="fae232"/>
      </a:accent4>
      <a:accent5>
        <a:srgbClr val="ff644e"/>
      </a:accent5>
      <a:accent6>
        <a:srgbClr val="ef5fa7"/>
      </a:accent6>
      <a:hlink>
        <a:srgbClr val="0000ff"/>
      </a:hlink>
      <a:folHlink>
        <a:srgbClr val="ff00ff"/>
      </a:folHlink>
    </a:clrScheme>
    <a:fontScheme name="White">
      <a:majorFont>
        <a:latin typeface="Helvetica Neue Medium" pitchFamily="0" charset="1"/>
        <a:ea typeface="Helvetica Neue Medium" pitchFamily="0" charset="1"/>
        <a:cs typeface="Helvetica Neue Medium" pitchFamily="0" charset="1"/>
      </a:majorFont>
      <a:minorFont>
        <a:latin typeface="Helvetica Neue Medium" pitchFamily="0" charset="1"/>
        <a:ea typeface="Helvetica Neue Medium" pitchFamily="0" charset="1"/>
        <a:cs typeface="Helvetica Neue Medium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White">
  <a:themeElements>
    <a:clrScheme name="White">
      <a:dk1>
        <a:srgbClr val="000000"/>
      </a:dk1>
      <a:lt1>
        <a:srgbClr val="ffffff"/>
      </a:lt1>
      <a:dk2>
        <a:srgbClr val="5e5e5e"/>
      </a:dk2>
      <a:lt2>
        <a:srgbClr val="d5d5d5"/>
      </a:lt2>
      <a:accent1>
        <a:srgbClr val="00a2ff"/>
      </a:accent1>
      <a:accent2>
        <a:srgbClr val="16e7cf"/>
      </a:accent2>
      <a:accent3>
        <a:srgbClr val="61d836"/>
      </a:accent3>
      <a:accent4>
        <a:srgbClr val="fae232"/>
      </a:accent4>
      <a:accent5>
        <a:srgbClr val="ff644e"/>
      </a:accent5>
      <a:accent6>
        <a:srgbClr val="ef5fa7"/>
      </a:accent6>
      <a:hlink>
        <a:srgbClr val="0000ff"/>
      </a:hlink>
      <a:folHlink>
        <a:srgbClr val="ff00ff"/>
      </a:folHlink>
    </a:clrScheme>
    <a:fontScheme name="White">
      <a:majorFont>
        <a:latin typeface="Helvetica Neue Medium" pitchFamily="0" charset="1"/>
        <a:ea typeface="Helvetica Neue Medium" pitchFamily="0" charset="1"/>
        <a:cs typeface="Helvetica Neue Medium" pitchFamily="0" charset="1"/>
      </a:majorFont>
      <a:minorFont>
        <a:latin typeface="Helvetica Neue Medium" pitchFamily="0" charset="1"/>
        <a:ea typeface="Helvetica Neue Medium" pitchFamily="0" charset="1"/>
        <a:cs typeface="Helvetica Neue Medium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White">
  <a:themeElements>
    <a:clrScheme name="White">
      <a:dk1>
        <a:srgbClr val="000000"/>
      </a:dk1>
      <a:lt1>
        <a:srgbClr val="ffffff"/>
      </a:lt1>
      <a:dk2>
        <a:srgbClr val="5e5e5e"/>
      </a:dk2>
      <a:lt2>
        <a:srgbClr val="d5d5d5"/>
      </a:lt2>
      <a:accent1>
        <a:srgbClr val="00a2ff"/>
      </a:accent1>
      <a:accent2>
        <a:srgbClr val="16e7cf"/>
      </a:accent2>
      <a:accent3>
        <a:srgbClr val="61d836"/>
      </a:accent3>
      <a:accent4>
        <a:srgbClr val="fae232"/>
      </a:accent4>
      <a:accent5>
        <a:srgbClr val="ff644e"/>
      </a:accent5>
      <a:accent6>
        <a:srgbClr val="ef5fa7"/>
      </a:accent6>
      <a:hlink>
        <a:srgbClr val="0000ff"/>
      </a:hlink>
      <a:folHlink>
        <a:srgbClr val="ff00ff"/>
      </a:folHlink>
    </a:clrScheme>
    <a:fontScheme name="White">
      <a:majorFont>
        <a:latin typeface="Helvetica Neue Medium" pitchFamily="0" charset="1"/>
        <a:ea typeface="Helvetica Neue Medium" pitchFamily="0" charset="1"/>
        <a:cs typeface="Helvetica Neue Medium" pitchFamily="0" charset="1"/>
      </a:majorFont>
      <a:minorFont>
        <a:latin typeface="Helvetica Neue Medium" pitchFamily="0" charset="1"/>
        <a:ea typeface="Helvetica Neue Medium" pitchFamily="0" charset="1"/>
        <a:cs typeface="Helvetica Neue Medium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White">
  <a:themeElements>
    <a:clrScheme name="White">
      <a:dk1>
        <a:srgbClr val="000000"/>
      </a:dk1>
      <a:lt1>
        <a:srgbClr val="ffffff"/>
      </a:lt1>
      <a:dk2>
        <a:srgbClr val="5e5e5e"/>
      </a:dk2>
      <a:lt2>
        <a:srgbClr val="d5d5d5"/>
      </a:lt2>
      <a:accent1>
        <a:srgbClr val="00a2ff"/>
      </a:accent1>
      <a:accent2>
        <a:srgbClr val="16e7cf"/>
      </a:accent2>
      <a:accent3>
        <a:srgbClr val="61d836"/>
      </a:accent3>
      <a:accent4>
        <a:srgbClr val="fae232"/>
      </a:accent4>
      <a:accent5>
        <a:srgbClr val="ff644e"/>
      </a:accent5>
      <a:accent6>
        <a:srgbClr val="ef5fa7"/>
      </a:accent6>
      <a:hlink>
        <a:srgbClr val="0000ff"/>
      </a:hlink>
      <a:folHlink>
        <a:srgbClr val="ff00ff"/>
      </a:folHlink>
    </a:clrScheme>
    <a:fontScheme name="White">
      <a:majorFont>
        <a:latin typeface="Helvetica Neue Medium" pitchFamily="0" charset="1"/>
        <a:ea typeface="Helvetica Neue Medium" pitchFamily="0" charset="1"/>
        <a:cs typeface="Helvetica Neue Medium" pitchFamily="0" charset="1"/>
      </a:majorFont>
      <a:minorFont>
        <a:latin typeface="Helvetica Neue Medium" pitchFamily="0" charset="1"/>
        <a:ea typeface="Helvetica Neue Medium" pitchFamily="0" charset="1"/>
        <a:cs typeface="Helvetica Neue Medium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5.xml><?xml version="1.0" encoding="utf-8"?>
<a:theme xmlns:a="http://schemas.openxmlformats.org/drawingml/2006/main" xmlns:r="http://schemas.openxmlformats.org/officeDocument/2006/relationships" name="White">
  <a:themeElements>
    <a:clrScheme name="White">
      <a:dk1>
        <a:srgbClr val="000000"/>
      </a:dk1>
      <a:lt1>
        <a:srgbClr val="ffffff"/>
      </a:lt1>
      <a:dk2>
        <a:srgbClr val="5e5e5e"/>
      </a:dk2>
      <a:lt2>
        <a:srgbClr val="d5d5d5"/>
      </a:lt2>
      <a:accent1>
        <a:srgbClr val="00a2ff"/>
      </a:accent1>
      <a:accent2>
        <a:srgbClr val="16e7cf"/>
      </a:accent2>
      <a:accent3>
        <a:srgbClr val="61d836"/>
      </a:accent3>
      <a:accent4>
        <a:srgbClr val="fae232"/>
      </a:accent4>
      <a:accent5>
        <a:srgbClr val="ff644e"/>
      </a:accent5>
      <a:accent6>
        <a:srgbClr val="ef5fa7"/>
      </a:accent6>
      <a:hlink>
        <a:srgbClr val="0000ff"/>
      </a:hlink>
      <a:folHlink>
        <a:srgbClr val="ff00ff"/>
      </a:folHlink>
    </a:clrScheme>
    <a:fontScheme name="White">
      <a:majorFont>
        <a:latin typeface="Helvetica Neue Medium" pitchFamily="0" charset="1"/>
        <a:ea typeface="Helvetica Neue Medium" pitchFamily="0" charset="1"/>
        <a:cs typeface="Helvetica Neue Medium" pitchFamily="0" charset="1"/>
      </a:majorFont>
      <a:minorFont>
        <a:latin typeface="Helvetica Neue Medium" pitchFamily="0" charset="1"/>
        <a:ea typeface="Helvetica Neue Medium" pitchFamily="0" charset="1"/>
        <a:cs typeface="Helvetica Neue Medium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6.xml><?xml version="1.0" encoding="utf-8"?>
<a:theme xmlns:a="http://schemas.openxmlformats.org/drawingml/2006/main" xmlns:r="http://schemas.openxmlformats.org/officeDocument/2006/relationships" name="White">
  <a:themeElements>
    <a:clrScheme name="White">
      <a:dk1>
        <a:srgbClr val="000000"/>
      </a:dk1>
      <a:lt1>
        <a:srgbClr val="ffffff"/>
      </a:lt1>
      <a:dk2>
        <a:srgbClr val="5e5e5e"/>
      </a:dk2>
      <a:lt2>
        <a:srgbClr val="d5d5d5"/>
      </a:lt2>
      <a:accent1>
        <a:srgbClr val="00a2ff"/>
      </a:accent1>
      <a:accent2>
        <a:srgbClr val="16e7cf"/>
      </a:accent2>
      <a:accent3>
        <a:srgbClr val="61d836"/>
      </a:accent3>
      <a:accent4>
        <a:srgbClr val="fae232"/>
      </a:accent4>
      <a:accent5>
        <a:srgbClr val="ff644e"/>
      </a:accent5>
      <a:accent6>
        <a:srgbClr val="ef5fa7"/>
      </a:accent6>
      <a:hlink>
        <a:srgbClr val="0000ff"/>
      </a:hlink>
      <a:folHlink>
        <a:srgbClr val="ff00ff"/>
      </a:folHlink>
    </a:clrScheme>
    <a:fontScheme name="White">
      <a:majorFont>
        <a:latin typeface="Helvetica Neue Medium" pitchFamily="0" charset="1"/>
        <a:ea typeface="Helvetica Neue Medium" pitchFamily="0" charset="1"/>
        <a:cs typeface="Helvetica Neue Medium" pitchFamily="0" charset="1"/>
      </a:majorFont>
      <a:minorFont>
        <a:latin typeface="Helvetica Neue Medium" pitchFamily="0" charset="1"/>
        <a:ea typeface="Helvetica Neue Medium" pitchFamily="0" charset="1"/>
        <a:cs typeface="Helvetica Neue Medium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7.xml><?xml version="1.0" encoding="utf-8"?>
<a:theme xmlns:a="http://schemas.openxmlformats.org/drawingml/2006/main" xmlns:r="http://schemas.openxmlformats.org/officeDocument/2006/relationships" name="White">
  <a:themeElements>
    <a:clrScheme name="White">
      <a:dk1>
        <a:srgbClr val="000000"/>
      </a:dk1>
      <a:lt1>
        <a:srgbClr val="ffffff"/>
      </a:lt1>
      <a:dk2>
        <a:srgbClr val="5e5e5e"/>
      </a:dk2>
      <a:lt2>
        <a:srgbClr val="d5d5d5"/>
      </a:lt2>
      <a:accent1>
        <a:srgbClr val="00a2ff"/>
      </a:accent1>
      <a:accent2>
        <a:srgbClr val="16e7cf"/>
      </a:accent2>
      <a:accent3>
        <a:srgbClr val="61d836"/>
      </a:accent3>
      <a:accent4>
        <a:srgbClr val="fae232"/>
      </a:accent4>
      <a:accent5>
        <a:srgbClr val="ff644e"/>
      </a:accent5>
      <a:accent6>
        <a:srgbClr val="ef5fa7"/>
      </a:accent6>
      <a:hlink>
        <a:srgbClr val="0000ff"/>
      </a:hlink>
      <a:folHlink>
        <a:srgbClr val="ff00ff"/>
      </a:folHlink>
    </a:clrScheme>
    <a:fontScheme name="White">
      <a:majorFont>
        <a:latin typeface="Helvetica Neue Medium" pitchFamily="0" charset="1"/>
        <a:ea typeface="Helvetica Neue Medium" pitchFamily="0" charset="1"/>
        <a:cs typeface="Helvetica Neue Medium" pitchFamily="0" charset="1"/>
      </a:majorFont>
      <a:minorFont>
        <a:latin typeface="Helvetica Neue Medium" pitchFamily="0" charset="1"/>
        <a:ea typeface="Helvetica Neue Medium" pitchFamily="0" charset="1"/>
        <a:cs typeface="Helvetica Neue Medium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8.xml><?xml version="1.0" encoding="utf-8"?>
<a:theme xmlns:a="http://schemas.openxmlformats.org/drawingml/2006/main" xmlns:r="http://schemas.openxmlformats.org/officeDocument/2006/relationships" name="White">
  <a:themeElements>
    <a:clrScheme name="White">
      <a:dk1>
        <a:srgbClr val="000000"/>
      </a:dk1>
      <a:lt1>
        <a:srgbClr val="ffffff"/>
      </a:lt1>
      <a:dk2>
        <a:srgbClr val="5e5e5e"/>
      </a:dk2>
      <a:lt2>
        <a:srgbClr val="d5d5d5"/>
      </a:lt2>
      <a:accent1>
        <a:srgbClr val="00a2ff"/>
      </a:accent1>
      <a:accent2>
        <a:srgbClr val="16e7cf"/>
      </a:accent2>
      <a:accent3>
        <a:srgbClr val="61d836"/>
      </a:accent3>
      <a:accent4>
        <a:srgbClr val="fae232"/>
      </a:accent4>
      <a:accent5>
        <a:srgbClr val="ff644e"/>
      </a:accent5>
      <a:accent6>
        <a:srgbClr val="ef5fa7"/>
      </a:accent6>
      <a:hlink>
        <a:srgbClr val="0000ff"/>
      </a:hlink>
      <a:folHlink>
        <a:srgbClr val="ff00ff"/>
      </a:folHlink>
    </a:clrScheme>
    <a:fontScheme name="White">
      <a:majorFont>
        <a:latin typeface="Helvetica Neue Medium" pitchFamily="0" charset="1"/>
        <a:ea typeface="Helvetica Neue Medium" pitchFamily="0" charset="1"/>
        <a:cs typeface="Helvetica Neue Medium" pitchFamily="0" charset="1"/>
      </a:majorFont>
      <a:minorFont>
        <a:latin typeface="Helvetica Neue Medium" pitchFamily="0" charset="1"/>
        <a:ea typeface="Helvetica Neue Medium" pitchFamily="0" charset="1"/>
        <a:cs typeface="Helvetica Neue Medium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9.xml><?xml version="1.0" encoding="utf-8"?>
<a:theme xmlns:a="http://schemas.openxmlformats.org/drawingml/2006/main" xmlns:r="http://schemas.openxmlformats.org/officeDocument/2006/relationships" name="White">
  <a:themeElements>
    <a:clrScheme name="White">
      <a:dk1>
        <a:srgbClr val="000000"/>
      </a:dk1>
      <a:lt1>
        <a:srgbClr val="ffffff"/>
      </a:lt1>
      <a:dk2>
        <a:srgbClr val="5e5e5e"/>
      </a:dk2>
      <a:lt2>
        <a:srgbClr val="d5d5d5"/>
      </a:lt2>
      <a:accent1>
        <a:srgbClr val="00a2ff"/>
      </a:accent1>
      <a:accent2>
        <a:srgbClr val="16e7cf"/>
      </a:accent2>
      <a:accent3>
        <a:srgbClr val="61d836"/>
      </a:accent3>
      <a:accent4>
        <a:srgbClr val="fae232"/>
      </a:accent4>
      <a:accent5>
        <a:srgbClr val="ff644e"/>
      </a:accent5>
      <a:accent6>
        <a:srgbClr val="ef5fa7"/>
      </a:accent6>
      <a:hlink>
        <a:srgbClr val="0000ff"/>
      </a:hlink>
      <a:folHlink>
        <a:srgbClr val="ff00ff"/>
      </a:folHlink>
    </a:clrScheme>
    <a:fontScheme name="White">
      <a:majorFont>
        <a:latin typeface="Helvetica Neue Medium" pitchFamily="0" charset="1"/>
        <a:ea typeface="Helvetica Neue Medium" pitchFamily="0" charset="1"/>
        <a:cs typeface="Helvetica Neue Medium" pitchFamily="0" charset="1"/>
      </a:majorFont>
      <a:minorFont>
        <a:latin typeface="Helvetica Neue Medium" pitchFamily="0" charset="1"/>
        <a:ea typeface="Helvetica Neue Medium" pitchFamily="0" charset="1"/>
        <a:cs typeface="Helvetica Neue Medium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0.xml><?xml version="1.0" encoding="utf-8"?>
<a:theme xmlns:a="http://schemas.openxmlformats.org/drawingml/2006/main" xmlns:r="http://schemas.openxmlformats.org/officeDocument/2006/relationships" name="White">
  <a:themeElements>
    <a:clrScheme name="White">
      <a:dk1>
        <a:srgbClr val="000000"/>
      </a:dk1>
      <a:lt1>
        <a:srgbClr val="ffffff"/>
      </a:lt1>
      <a:dk2>
        <a:srgbClr val="5e5e5e"/>
      </a:dk2>
      <a:lt2>
        <a:srgbClr val="d5d5d5"/>
      </a:lt2>
      <a:accent1>
        <a:srgbClr val="00a2ff"/>
      </a:accent1>
      <a:accent2>
        <a:srgbClr val="16e7cf"/>
      </a:accent2>
      <a:accent3>
        <a:srgbClr val="61d836"/>
      </a:accent3>
      <a:accent4>
        <a:srgbClr val="fae232"/>
      </a:accent4>
      <a:accent5>
        <a:srgbClr val="ff644e"/>
      </a:accent5>
      <a:accent6>
        <a:srgbClr val="ef5fa7"/>
      </a:accent6>
      <a:hlink>
        <a:srgbClr val="0000ff"/>
      </a:hlink>
      <a:folHlink>
        <a:srgbClr val="ff00ff"/>
      </a:folHlink>
    </a:clrScheme>
    <a:fontScheme name="White">
      <a:majorFont>
        <a:latin typeface="Helvetica Neue Medium" pitchFamily="0" charset="1"/>
        <a:ea typeface="Helvetica Neue Medium" pitchFamily="0" charset="1"/>
        <a:cs typeface="Helvetica Neue Medium" pitchFamily="0" charset="1"/>
      </a:majorFont>
      <a:minorFont>
        <a:latin typeface="Helvetica Neue Medium" pitchFamily="0" charset="1"/>
        <a:ea typeface="Helvetica Neue Medium" pitchFamily="0" charset="1"/>
        <a:cs typeface="Helvetica Neue Medium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1.xml><?xml version="1.0" encoding="utf-8"?>
<a:theme xmlns:a="http://schemas.openxmlformats.org/drawingml/2006/main" xmlns:r="http://schemas.openxmlformats.org/officeDocument/2006/relationships" name="White">
  <a:themeElements>
    <a:clrScheme name="White">
      <a:dk1>
        <a:srgbClr val="000000"/>
      </a:dk1>
      <a:lt1>
        <a:srgbClr val="ffffff"/>
      </a:lt1>
      <a:dk2>
        <a:srgbClr val="5e5e5e"/>
      </a:dk2>
      <a:lt2>
        <a:srgbClr val="d5d5d5"/>
      </a:lt2>
      <a:accent1>
        <a:srgbClr val="00a2ff"/>
      </a:accent1>
      <a:accent2>
        <a:srgbClr val="16e7cf"/>
      </a:accent2>
      <a:accent3>
        <a:srgbClr val="61d836"/>
      </a:accent3>
      <a:accent4>
        <a:srgbClr val="fae232"/>
      </a:accent4>
      <a:accent5>
        <a:srgbClr val="ff644e"/>
      </a:accent5>
      <a:accent6>
        <a:srgbClr val="ef5fa7"/>
      </a:accent6>
      <a:hlink>
        <a:srgbClr val="0000ff"/>
      </a:hlink>
      <a:folHlink>
        <a:srgbClr val="ff00ff"/>
      </a:folHlink>
    </a:clrScheme>
    <a:fontScheme name="White">
      <a:majorFont>
        <a:latin typeface="Helvetica Neue Medium" pitchFamily="0" charset="1"/>
        <a:ea typeface="Helvetica Neue Medium" pitchFamily="0" charset="1"/>
        <a:cs typeface="Helvetica Neue Medium" pitchFamily="0" charset="1"/>
      </a:majorFont>
      <a:minorFont>
        <a:latin typeface="Helvetica Neue Medium" pitchFamily="0" charset="1"/>
        <a:ea typeface="Helvetica Neue Medium" pitchFamily="0" charset="1"/>
        <a:cs typeface="Helvetica Neue Medium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2.xml><?xml version="1.0" encoding="utf-8"?>
<a:theme xmlns:a="http://schemas.openxmlformats.org/drawingml/2006/main" xmlns:r="http://schemas.openxmlformats.org/officeDocument/2006/relationships" name="White">
  <a:themeElements>
    <a:clrScheme name="White">
      <a:dk1>
        <a:srgbClr val="000000"/>
      </a:dk1>
      <a:lt1>
        <a:srgbClr val="ffffff"/>
      </a:lt1>
      <a:dk2>
        <a:srgbClr val="5e5e5e"/>
      </a:dk2>
      <a:lt2>
        <a:srgbClr val="d5d5d5"/>
      </a:lt2>
      <a:accent1>
        <a:srgbClr val="00a2ff"/>
      </a:accent1>
      <a:accent2>
        <a:srgbClr val="16e7cf"/>
      </a:accent2>
      <a:accent3>
        <a:srgbClr val="61d836"/>
      </a:accent3>
      <a:accent4>
        <a:srgbClr val="fae232"/>
      </a:accent4>
      <a:accent5>
        <a:srgbClr val="ff644e"/>
      </a:accent5>
      <a:accent6>
        <a:srgbClr val="ef5fa7"/>
      </a:accent6>
      <a:hlink>
        <a:srgbClr val="0000ff"/>
      </a:hlink>
      <a:folHlink>
        <a:srgbClr val="ff00ff"/>
      </a:folHlink>
    </a:clrScheme>
    <a:fontScheme name="White">
      <a:majorFont>
        <a:latin typeface="Helvetica Neue Medium" pitchFamily="0" charset="1"/>
        <a:ea typeface="Helvetica Neue Medium" pitchFamily="0" charset="1"/>
        <a:cs typeface="Helvetica Neue Medium" pitchFamily="0" charset="1"/>
      </a:majorFont>
      <a:minorFont>
        <a:latin typeface="Helvetica Neue Medium" pitchFamily="0" charset="1"/>
        <a:ea typeface="Helvetica Neue Medium" pitchFamily="0" charset="1"/>
        <a:cs typeface="Helvetica Neue Medium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3.xml><?xml version="1.0" encoding="utf-8"?>
<a:theme xmlns:a="http://schemas.openxmlformats.org/drawingml/2006/main" xmlns:r="http://schemas.openxmlformats.org/officeDocument/2006/relationships" name="White">
  <a:themeElements>
    <a:clrScheme name="White">
      <a:dk1>
        <a:srgbClr val="000000"/>
      </a:dk1>
      <a:lt1>
        <a:srgbClr val="ffffff"/>
      </a:lt1>
      <a:dk2>
        <a:srgbClr val="5e5e5e"/>
      </a:dk2>
      <a:lt2>
        <a:srgbClr val="d5d5d5"/>
      </a:lt2>
      <a:accent1>
        <a:srgbClr val="00a2ff"/>
      </a:accent1>
      <a:accent2>
        <a:srgbClr val="16e7cf"/>
      </a:accent2>
      <a:accent3>
        <a:srgbClr val="61d836"/>
      </a:accent3>
      <a:accent4>
        <a:srgbClr val="fae232"/>
      </a:accent4>
      <a:accent5>
        <a:srgbClr val="ff644e"/>
      </a:accent5>
      <a:accent6>
        <a:srgbClr val="ef5fa7"/>
      </a:accent6>
      <a:hlink>
        <a:srgbClr val="0000ff"/>
      </a:hlink>
      <a:folHlink>
        <a:srgbClr val="ff00ff"/>
      </a:folHlink>
    </a:clrScheme>
    <a:fontScheme name="White">
      <a:majorFont>
        <a:latin typeface="Helvetica Neue Medium" pitchFamily="0" charset="1"/>
        <a:ea typeface="Helvetica Neue Medium" pitchFamily="0" charset="1"/>
        <a:cs typeface="Helvetica Neue Medium" pitchFamily="0" charset="1"/>
      </a:majorFont>
      <a:minorFont>
        <a:latin typeface="Helvetica Neue Medium" pitchFamily="0" charset="1"/>
        <a:ea typeface="Helvetica Neue Medium" pitchFamily="0" charset="1"/>
        <a:cs typeface="Helvetica Neue Medium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4.xml><?xml version="1.0" encoding="utf-8"?>
<a:theme xmlns:a="http://schemas.openxmlformats.org/drawingml/2006/main" xmlns:r="http://schemas.openxmlformats.org/officeDocument/2006/relationships" name="White">
  <a:themeElements>
    <a:clrScheme name="White">
      <a:dk1>
        <a:srgbClr val="000000"/>
      </a:dk1>
      <a:lt1>
        <a:srgbClr val="ffffff"/>
      </a:lt1>
      <a:dk2>
        <a:srgbClr val="5e5e5e"/>
      </a:dk2>
      <a:lt2>
        <a:srgbClr val="d5d5d5"/>
      </a:lt2>
      <a:accent1>
        <a:srgbClr val="00a2ff"/>
      </a:accent1>
      <a:accent2>
        <a:srgbClr val="16e7cf"/>
      </a:accent2>
      <a:accent3>
        <a:srgbClr val="61d836"/>
      </a:accent3>
      <a:accent4>
        <a:srgbClr val="fae232"/>
      </a:accent4>
      <a:accent5>
        <a:srgbClr val="ff644e"/>
      </a:accent5>
      <a:accent6>
        <a:srgbClr val="ef5fa7"/>
      </a:accent6>
      <a:hlink>
        <a:srgbClr val="0000ff"/>
      </a:hlink>
      <a:folHlink>
        <a:srgbClr val="ff00ff"/>
      </a:folHlink>
    </a:clrScheme>
    <a:fontScheme name="White">
      <a:majorFont>
        <a:latin typeface="Helvetica Neue Medium" pitchFamily="0" charset="1"/>
        <a:ea typeface="Helvetica Neue Medium" pitchFamily="0" charset="1"/>
        <a:cs typeface="Helvetica Neue Medium" pitchFamily="0" charset="1"/>
      </a:majorFont>
      <a:minorFont>
        <a:latin typeface="Helvetica Neue Medium" pitchFamily="0" charset="1"/>
        <a:ea typeface="Helvetica Neue Medium" pitchFamily="0" charset="1"/>
        <a:cs typeface="Helvetica Neue Medium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26620</TotalTime>
  <Application>PPT_Plus/1.0.0.0$Windows_X86_64 LibreOffice_project/</Application>
  <AppVersion>15.0000</AppVersion>
  <Words>744</Words>
  <Paragraphs>127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2023-05-08T00:43:29Z</dcterms:created>
  <dc:creator>夏俊明Jamy</dc:creator>
  <dc:description/>
  <dc:language>zh-CN</dc:language>
  <cp:lastModifiedBy/>
  <dcterms:modified xsi:type="dcterms:W3CDTF">2026-05-11T11:27:26Z</dcterms:modified>
  <cp:revision>1003</cp:revision>
  <dc:subject/>
  <dc:title>PowerPoint 演示文稿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HiddenSlides">
    <vt:i4>5</vt:i4>
  </property>
  <property fmtid="{D5CDD505-2E9C-101B-9397-08002B2CF9AE}" pid="3" name="ICV">
    <vt:lpwstr>1233FC2158BDED7B27DE41642CCEB39E_42</vt:lpwstr>
  </property>
  <property fmtid="{D5CDD505-2E9C-101B-9397-08002B2CF9AE}" pid="4" name="KSOProductBuildVer">
    <vt:lpwstr>2052-5.2.1.7798</vt:lpwstr>
  </property>
  <property fmtid="{D5CDD505-2E9C-101B-9397-08002B2CF9AE}" pid="5" name="Notes">
    <vt:i4>9</vt:i4>
  </property>
  <property fmtid="{D5CDD505-2E9C-101B-9397-08002B2CF9AE}" pid="6" name="PresentationFormat">
    <vt:lpwstr>Custom</vt:lpwstr>
  </property>
  <property fmtid="{D5CDD505-2E9C-101B-9397-08002B2CF9AE}" pid="7" name="Slides">
    <vt:i4>9</vt:i4>
  </property>
</Properties>
</file>