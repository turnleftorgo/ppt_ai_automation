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g"/>
  <Default Extension="png" ContentType="image/png"/>
  <Default Extension="bmp" ContentType="image/bmp"/>
  <Default Extension="gif" ContentType="image/gif"/>
  <Default Extension="tif" ContentType="image/tif"/>
  <Default Extension="pdf" ContentType="application/pdf"/>
  <Default Extension="mov" ContentType="application/movie"/>
  <Default Extension="vml" ContentType="application/vnd.openxmlformats-officedocument.vmlDrawing"/>
  <Default Extension="xlsx" ContentType="application/vnd.openxmlformats-officedocument.spreadsheetml.sheet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commentAuthors.xml" ContentType="application/vnd.openxmlformats-officedocument.presentationml.commentAuthors+xml"/>
  <Override PartName="/ppt/tableStyles.xml" ContentType="application/vnd.openxmlformats-officedocument.presentationml.tableStyle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ldMasterIdLst>
    <p:sldMasterId id="2147483648" r:id="rId5"/>
  </p:sldMasterIdLst>
  <p:notesMasterIdLst>
    <p:notesMasterId r:id="rId7"/>
  </p:notesMasterIdLst>
  <p:sldIdLst>
    <p:sldId id="256" r:id="rId8"/>
    <p:sldId id="257" r:id="rId9"/>
  </p:sldIdLst>
  <p:sldSz cx="24384000" cy="137160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</a:defRPr>
    </a:defPPr>
    <a:lvl1pPr marL="0" marR="0" indent="0" algn="ctr" defTabSz="8255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30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Helvetica"/>
      </a:defRPr>
    </a:lvl1pPr>
    <a:lvl2pPr marL="0" marR="0" indent="0" algn="ctr" defTabSz="8255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30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Helvetica"/>
      </a:defRPr>
    </a:lvl2pPr>
    <a:lvl3pPr marL="0" marR="0" indent="0" algn="ctr" defTabSz="8255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30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Helvetica"/>
      </a:defRPr>
    </a:lvl3pPr>
    <a:lvl4pPr marL="0" marR="0" indent="0" algn="ctr" defTabSz="8255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30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Helvetica"/>
      </a:defRPr>
    </a:lvl4pPr>
    <a:lvl5pPr marL="0" marR="0" indent="0" algn="ctr" defTabSz="8255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30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Helvetica"/>
      </a:defRPr>
    </a:lvl5pPr>
    <a:lvl6pPr marL="0" marR="0" indent="0" algn="ctr" defTabSz="8255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30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Helvetica"/>
      </a:defRPr>
    </a:lvl6pPr>
    <a:lvl7pPr marL="0" marR="0" indent="0" algn="ctr" defTabSz="8255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30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Helvetica"/>
      </a:defRPr>
    </a:lvl7pPr>
    <a:lvl8pPr marL="0" marR="0" indent="0" algn="ctr" defTabSz="8255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30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Helvetica"/>
      </a:defRPr>
    </a:lvl8pPr>
    <a:lvl9pPr marL="0" marR="0" indent="0" algn="ctr" defTabSz="8255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30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Helvetica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/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howPr loop="0"/>
</p:presentationPr>
</file>

<file path=ppt/tableStyles.xml><?xml version="1.0" encoding="utf-8"?>
<a:tblStyleLst xmlns:a="http://schemas.openxmlformats.org/drawingml/2006/main" xmlns:r="http://schemas.openxmlformats.org/officeDocument/2006/relationships" def="{5940675A-B579-460E-94D1-54222C63F5DA}">
  <a:tblStyle styleId="{4C3C2611-4C71-4FC5-86AE-919BDF0F9419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ADFFF"/>
          </a:solidFill>
        </a:fill>
      </a:tcStyle>
    </a:wholeTbl>
    <a:band2H>
      <a:tcTxStyle b="def" i="def"/>
      <a:tcStyle>
        <a:tcBdr/>
        <a:fill>
          <a:solidFill>
            <a:srgbClr val="E6F0FF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Row>
  </a:tblStyle>
  <a:tblStyle styleId="{C7B018BB-80A7-4F77-B60F-C8B233D01FF8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ADFFF"/>
          </a:solidFill>
        </a:fill>
      </a:tcStyle>
    </a:wholeTbl>
    <a:band2H>
      <a:tcTxStyle b="def" i="def"/>
      <a:tcStyle>
        <a:tcBdr/>
        <a:fill>
          <a:solidFill>
            <a:srgbClr val="E6F0FF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Row>
  </a:tblStyle>
  <a:tblStyle styleId="{EEE7283C-3CF3-47DC-8721-378D4A62B228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D1F0CC"/>
          </a:solidFill>
        </a:fill>
      </a:tcStyle>
    </a:wholeTbl>
    <a:band2H>
      <a:tcTxStyle b="def" i="def"/>
      <a:tcStyle>
        <a:tcBdr/>
        <a:fill>
          <a:solidFill>
            <a:srgbClr val="EAF8E7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Row>
  </a:tblStyle>
  <a:tblStyle styleId="{CF821DB8-F4EB-4A41-A1BA-3FCAFE7338EE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F9D1E1"/>
          </a:solidFill>
        </a:fill>
      </a:tcStyle>
    </a:wholeTbl>
    <a:band2H>
      <a:tcTxStyle b="def" i="def"/>
      <a:tcStyle>
        <a:tcBdr/>
        <a:fill>
          <a:solidFill>
            <a:srgbClr val="FCE9F0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Row>
  </a:tblStyle>
  <a:tblStyle styleId="{33BA23B1-9221-436E-865A-0063620EA4FD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E6E6E6"/>
          </a:solidFill>
        </a:fill>
      </a:tcStyle>
    </a:wholeTbl>
    <a:band2H>
      <a:tcTxStyle b="def" i="def"/>
      <a:tcStyle>
        <a:tcBdr/>
        <a:fill>
          <a:solidFill>
            <a:srgbClr val="FFFFFF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Row>
  </a:tblStyle>
  <a:tblStyle styleId="{2708684C-4D16-4618-839F-0558EEFCDFE6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ACACA"/>
          </a:solidFill>
        </a:fill>
      </a:tcStyle>
    </a:wholeTbl>
    <a:band2H>
      <a:tcTxStyle b="def" i="def"/>
      <a:tcStyle>
        <a:tcBdr/>
        <a:fill>
          <a:solidFill>
            <a:srgbClr val="E6E6E6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Comments="1"/>
</file>

<file path=ppt/_rels/presentation.xml.rels><?xml version="1.0" encoding="UTF-8"?>
<Relationships xmlns="http://schemas.openxmlformats.org/package/2006/relationships"><Relationship Id="rId1" Type="http://schemas.openxmlformats.org/officeDocument/2006/relationships/presProps" Target="presProps.xml"/><Relationship Id="rId2" Type="http://schemas.openxmlformats.org/officeDocument/2006/relationships/viewProps" Target="viewProps.xml"/><Relationship Id="rId3" Type="http://schemas.openxmlformats.org/officeDocument/2006/relationships/commentAuthors" Target="commentAuthor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9" Type="http://schemas.openxmlformats.org/officeDocument/2006/relationships/slide" Target="slides/slide2.xml"/></Relationships>
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</Relationships>
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Shape 151"/>
          <p:cNvSpPr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52" name="Shape 152"/>
          <p:cNvSpPr/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1pPr>
    <a:lvl2pPr indent="2286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2pPr>
    <a:lvl3pPr indent="4572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3pPr>
    <a:lvl4pPr indent="6858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4pPr>
    <a:lvl5pPr indent="9144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5pPr>
    <a:lvl6pPr indent="11430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6pPr>
    <a:lvl7pPr indent="13716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7pPr>
    <a:lvl8pPr indent="16002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8pPr>
    <a:lvl9pPr indent="18288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9pPr>
  </p:notesStyle>
</p:notesMaster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&amp; 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标题文本"/>
          <p:cNvSpPr txBox="1"/>
          <p:nvPr>
            <p:ph type="title" hasCustomPrompt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标题文本</a:t>
            </a:r>
          </a:p>
        </p:txBody>
      </p:sp>
      <p:sp>
        <p:nvSpPr>
          <p:cNvPr id="12" name="Body Level One…"/>
          <p:cNvSpPr txBox="1"/>
          <p:nvPr>
            <p:ph type="body" idx="1" hasCustomPrompt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正文级别 1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13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, Bullets &amp;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Sandy path between two hills leading to the ocean"/>
          <p:cNvSpPr/>
          <p:nvPr>
            <p:ph type="pic" sz="half" idx="21"/>
          </p:nvPr>
        </p:nvSpPr>
        <p:spPr>
          <a:xfrm>
            <a:off x="10960100" y="3149600"/>
            <a:ext cx="13944600" cy="9296400"/>
          </a:xfrm>
          <a:prstGeom prst="rect">
            <a:avLst/>
          </a:prstGeom>
        </p:spPr>
        <p:txBody>
          <a:bodyPr lIns="91439" tIns="45719" rIns="91439" bIns="45719" anchor="t">
            <a:noAutofit/>
          </a:bodyPr>
          <a:lstStyle/>
          <a:p>
            <a:pPr/>
          </a:p>
        </p:txBody>
      </p:sp>
      <p:sp>
        <p:nvSpPr>
          <p:cNvPr id="21" name="标题文本"/>
          <p:cNvSpPr txBox="1"/>
          <p:nvPr>
            <p:ph type="title" hasCustomPrompt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标题文本</a:t>
            </a:r>
          </a:p>
        </p:txBody>
      </p:sp>
      <p:sp>
        <p:nvSpPr>
          <p:cNvPr id="22" name="Body Level One…"/>
          <p:cNvSpPr txBox="1"/>
          <p:nvPr>
            <p:ph type="body" sz="half" idx="1" hasCustomPrompt="1"/>
          </p:nvPr>
        </p:nvSpPr>
        <p:spPr>
          <a:xfrm>
            <a:off x="1689100" y="3149600"/>
            <a:ext cx="10223500" cy="9296400"/>
          </a:xfrm>
          <a:prstGeom prst="rect">
            <a:avLst/>
          </a:prstGeom>
        </p:spPr>
        <p:txBody>
          <a:bodyPr/>
          <a:lstStyle>
            <a:lvl1pPr marL="558800" indent="-558800">
              <a:spcBef>
                <a:spcPts val="4500"/>
              </a:spcBef>
              <a:defRPr sz="3800"/>
            </a:lvl1pPr>
            <a:lvl2pPr marL="1117600" indent="-558800">
              <a:spcBef>
                <a:spcPts val="4500"/>
              </a:spcBef>
              <a:defRPr sz="3800"/>
            </a:lvl2pPr>
            <a:lvl3pPr marL="1676400" indent="-558800">
              <a:spcBef>
                <a:spcPts val="4500"/>
              </a:spcBef>
              <a:defRPr sz="3800"/>
            </a:lvl3pPr>
            <a:lvl4pPr marL="2235200" indent="-558800">
              <a:spcBef>
                <a:spcPts val="4500"/>
              </a:spcBef>
              <a:defRPr sz="3800"/>
            </a:lvl4pPr>
            <a:lvl5pPr marL="2794000" indent="-558800">
              <a:spcBef>
                <a:spcPts val="4500"/>
              </a:spcBef>
              <a:defRPr sz="3800"/>
            </a:lvl5pPr>
          </a:lstStyle>
          <a:p>
            <a:pPr/>
            <a:r>
              <a:t>正文级别 1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23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Body Level One…"/>
          <p:cNvSpPr txBox="1"/>
          <p:nvPr>
            <p:ph type="body" idx="1" hasCustomPrompt="1"/>
          </p:nvPr>
        </p:nvSpPr>
        <p:spPr>
          <a:xfrm>
            <a:off x="1689100" y="1778000"/>
            <a:ext cx="21005800" cy="10160000"/>
          </a:xfrm>
          <a:prstGeom prst="rect">
            <a:avLst/>
          </a:prstGeom>
        </p:spPr>
        <p:txBody>
          <a:bodyPr/>
          <a:lstStyle/>
          <a:p>
            <a:pPr/>
            <a:r>
              <a:t>正文级别 1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31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Photo - 3 U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Sandy path between two hills leading to the ocean"/>
          <p:cNvSpPr/>
          <p:nvPr>
            <p:ph type="pic" sz="quarter" idx="21"/>
          </p:nvPr>
        </p:nvSpPr>
        <p:spPr>
          <a:xfrm>
            <a:off x="15300325" y="7048500"/>
            <a:ext cx="8324850" cy="5549900"/>
          </a:xfrm>
          <a:prstGeom prst="rect">
            <a:avLst/>
          </a:prstGeom>
        </p:spPr>
        <p:txBody>
          <a:bodyPr lIns="91439" tIns="45719" rIns="91439" bIns="45719" anchor="t">
            <a:noAutofit/>
          </a:bodyPr>
          <a:lstStyle/>
          <a:p>
            <a:pPr/>
          </a:p>
        </p:txBody>
      </p:sp>
      <p:sp>
        <p:nvSpPr>
          <p:cNvPr id="39" name="Heron flying low over a beach with a short fence in the foreground"/>
          <p:cNvSpPr/>
          <p:nvPr>
            <p:ph type="pic" sz="quarter" idx="22"/>
          </p:nvPr>
        </p:nvSpPr>
        <p:spPr>
          <a:xfrm>
            <a:off x="15760700" y="863600"/>
            <a:ext cx="7404100" cy="7404100"/>
          </a:xfrm>
          <a:prstGeom prst="rect">
            <a:avLst/>
          </a:prstGeom>
        </p:spPr>
        <p:txBody>
          <a:bodyPr lIns="91439" tIns="45719" rIns="91439" bIns="45719" anchor="t">
            <a:noAutofit/>
          </a:bodyPr>
          <a:lstStyle/>
          <a:p>
            <a:pPr/>
          </a:p>
        </p:txBody>
      </p:sp>
      <p:sp>
        <p:nvSpPr>
          <p:cNvPr id="40" name="View of beach and sea from a grassy sand dune"/>
          <p:cNvSpPr/>
          <p:nvPr>
            <p:ph type="pic" idx="23"/>
          </p:nvPr>
        </p:nvSpPr>
        <p:spPr>
          <a:xfrm>
            <a:off x="-990600" y="1130300"/>
            <a:ext cx="17202150" cy="11468100"/>
          </a:xfrm>
          <a:prstGeom prst="rect">
            <a:avLst/>
          </a:prstGeom>
        </p:spPr>
        <p:txBody>
          <a:bodyPr lIns="91439" tIns="45719" rIns="91439" bIns="45719" anchor="t">
            <a:noAutofit/>
          </a:bodyPr>
          <a:lstStyle/>
          <a:p>
            <a:pPr/>
          </a:p>
        </p:txBody>
      </p:sp>
      <p:sp>
        <p:nvSpPr>
          <p:cNvPr id="41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View of beach and sea from a grassy sand dune"/>
          <p:cNvSpPr/>
          <p:nvPr>
            <p:ph type="pic" idx="21"/>
          </p:nvPr>
        </p:nvSpPr>
        <p:spPr>
          <a:xfrm>
            <a:off x="-50800" y="-1270000"/>
            <a:ext cx="24485600" cy="16323734"/>
          </a:xfrm>
          <a:prstGeom prst="rect">
            <a:avLst/>
          </a:prstGeom>
        </p:spPr>
        <p:txBody>
          <a:bodyPr lIns="91439" tIns="45719" rIns="91439" bIns="45719" anchor="t">
            <a:noAutofit/>
          </a:bodyPr>
          <a:lstStyle/>
          <a:p>
            <a:pPr/>
          </a:p>
        </p:txBody>
      </p:sp>
      <p:sp>
        <p:nvSpPr>
          <p:cNvPr id="49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預設簡報設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线条"/>
          <p:cNvSpPr/>
          <p:nvPr/>
        </p:nvSpPr>
        <p:spPr>
          <a:xfrm>
            <a:off x="593100" y="881059"/>
            <a:ext cx="23197815" cy="10"/>
          </a:xfrm>
          <a:prstGeom prst="line">
            <a:avLst/>
          </a:prstGeom>
          <a:ln w="12700">
            <a:solidFill>
              <a:srgbClr val="929292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64" name="标题文本"/>
          <p:cNvSpPr txBox="1"/>
          <p:nvPr>
            <p:ph type="title" hasCustomPrompt="1"/>
          </p:nvPr>
        </p:nvSpPr>
        <p:spPr>
          <a:xfrm>
            <a:off x="616380" y="-655237"/>
            <a:ext cx="21225643" cy="2221047"/>
          </a:xfrm>
          <a:prstGeom prst="rect">
            <a:avLst/>
          </a:prstGeom>
        </p:spPr>
        <p:txBody>
          <a:bodyPr lIns="80642" tIns="80642" rIns="80642" bIns="80642"/>
          <a:lstStyle>
            <a:lvl1pPr marR="48893" indent="48893" algn="l" defTabSz="869950">
              <a:defRPr sz="5600">
                <a:solidFill>
                  <a:srgbClr val="929292"/>
                </a:solidFill>
                <a:uFill>
                  <a:solidFill>
                    <a:srgbClr val="929292"/>
                  </a:solidFill>
                </a:uFill>
                <a:latin typeface="+mn-lt"/>
                <a:ea typeface="+mn-ea"/>
                <a:cs typeface="+mn-cs"/>
                <a:sym typeface="Helvetica Neue"/>
              </a:defRPr>
            </a:lvl1pPr>
          </a:lstStyle>
          <a:p>
            <a:pPr/>
            <a:r>
              <a:t>标题文本</a:t>
            </a:r>
          </a:p>
        </p:txBody>
      </p:sp>
      <p:sp>
        <p:nvSpPr>
          <p:cNvPr id="65" name="Body Level One…"/>
          <p:cNvSpPr txBox="1"/>
          <p:nvPr>
            <p:ph type="body" idx="1" hasCustomPrompt="1"/>
          </p:nvPr>
        </p:nvSpPr>
        <p:spPr>
          <a:xfrm>
            <a:off x="2592141" y="2368879"/>
            <a:ext cx="19203081" cy="11347127"/>
          </a:xfrm>
          <a:prstGeom prst="rect">
            <a:avLst/>
          </a:prstGeom>
        </p:spPr>
        <p:txBody>
          <a:bodyPr lIns="80642" tIns="80642" rIns="80642" bIns="80642" anchor="t"/>
          <a:lstStyle>
            <a:lvl1pPr marL="0" marR="48893" indent="48259" defTabSz="869950">
              <a:spcBef>
                <a:spcPts val="500"/>
              </a:spcBef>
              <a:buSzTx/>
              <a:buNone/>
              <a:defRPr>
                <a:solidFill>
                  <a:srgbClr val="424242"/>
                </a:solidFill>
                <a:uFill>
                  <a:solidFill>
                    <a:srgbClr val="424242"/>
                  </a:solidFill>
                </a:uFill>
                <a:latin typeface="Arial"/>
                <a:ea typeface="Arial"/>
                <a:cs typeface="Arial"/>
                <a:sym typeface="Arial"/>
              </a:defRPr>
            </a:lvl1pPr>
            <a:lvl2pPr marL="0" marR="48893" indent="48259" defTabSz="869950">
              <a:spcBef>
                <a:spcPts val="500"/>
              </a:spcBef>
              <a:buSzTx/>
              <a:buNone/>
              <a:defRPr>
                <a:solidFill>
                  <a:srgbClr val="424242"/>
                </a:solidFill>
                <a:uFill>
                  <a:solidFill>
                    <a:srgbClr val="424242"/>
                  </a:solidFill>
                </a:uFill>
                <a:latin typeface="Arial"/>
                <a:ea typeface="Arial"/>
                <a:cs typeface="Arial"/>
                <a:sym typeface="Arial"/>
              </a:defRPr>
            </a:lvl2pPr>
            <a:lvl3pPr marL="0" marR="48893" indent="48259" defTabSz="869950">
              <a:spcBef>
                <a:spcPts val="500"/>
              </a:spcBef>
              <a:buSzTx/>
              <a:buNone/>
              <a:defRPr>
                <a:solidFill>
                  <a:srgbClr val="424242"/>
                </a:solidFill>
                <a:uFill>
                  <a:solidFill>
                    <a:srgbClr val="424242"/>
                  </a:solidFill>
                </a:uFill>
                <a:latin typeface="Arial"/>
                <a:ea typeface="Arial"/>
                <a:cs typeface="Arial"/>
                <a:sym typeface="Arial"/>
              </a:defRPr>
            </a:lvl3pPr>
            <a:lvl4pPr marL="0" marR="48893" indent="48259" defTabSz="869950">
              <a:spcBef>
                <a:spcPts val="500"/>
              </a:spcBef>
              <a:buSzTx/>
              <a:buNone/>
              <a:defRPr>
                <a:solidFill>
                  <a:srgbClr val="424242"/>
                </a:solidFill>
                <a:uFill>
                  <a:solidFill>
                    <a:srgbClr val="424242"/>
                  </a:solidFill>
                </a:uFill>
                <a:latin typeface="Arial"/>
                <a:ea typeface="Arial"/>
                <a:cs typeface="Arial"/>
                <a:sym typeface="Arial"/>
              </a:defRPr>
            </a:lvl4pPr>
            <a:lvl5pPr marL="0" marR="48893" indent="48259" defTabSz="869950">
              <a:spcBef>
                <a:spcPts val="500"/>
              </a:spcBef>
              <a:buSzTx/>
              <a:buNone/>
              <a:defRPr>
                <a:solidFill>
                  <a:srgbClr val="424242"/>
                </a:solidFill>
                <a:uFill>
                  <a:solidFill>
                    <a:srgbClr val="424242"/>
                  </a:solidFill>
                </a:uFill>
                <a:latin typeface="Arial"/>
                <a:ea typeface="Arial"/>
                <a:cs typeface="Arial"/>
                <a:sym typeface="Arial"/>
              </a:defRPr>
            </a:lvl5pPr>
          </a:lstStyle>
          <a:p>
            <a:pPr/>
            <a:r>
              <a:t>正文级别 1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66" name="Slide Number"/>
          <p:cNvSpPr txBox="1"/>
          <p:nvPr>
            <p:ph type="sldNum" sz="quarter" idx="2"/>
          </p:nvPr>
        </p:nvSpPr>
        <p:spPr>
          <a:xfrm>
            <a:off x="12085732" y="13162033"/>
            <a:ext cx="303363" cy="279401"/>
          </a:xfrm>
          <a:prstGeom prst="rect">
            <a:avLst/>
          </a:prstGeom>
        </p:spPr>
        <p:txBody>
          <a:bodyPr lIns="0" tIns="0" rIns="0" bIns="0" anchor="b"/>
          <a:lstStyle>
            <a:lvl1pPr defTabSz="584200">
              <a:defRPr sz="180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Verdana"/>
                <a:ea typeface="Verdana"/>
                <a:cs typeface="Verdana"/>
                <a:sym typeface="Verdana"/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Body Level One…"/>
          <p:cNvSpPr txBox="1"/>
          <p:nvPr>
            <p:ph type="body" sz="quarter" idx="1" hasCustomPrompt="1"/>
          </p:nvPr>
        </p:nvSpPr>
        <p:spPr>
          <a:xfrm>
            <a:off x="1201340" y="11859862"/>
            <a:ext cx="21971005" cy="636989"/>
          </a:xfrm>
          <a:prstGeom prst="rect">
            <a:avLst/>
          </a:prstGeom>
        </p:spPr>
        <p:txBody>
          <a:bodyPr lIns="45718" tIns="45718" rIns="45718" bIns="45718" anchor="t"/>
          <a:lstStyle>
            <a:lvl1pPr marL="0" indent="0" defTabSz="701675">
              <a:spcBef>
                <a:spcPts val="0"/>
              </a:spcBef>
              <a:buSzTx/>
              <a:buNone/>
              <a:tabLst>
                <a:tab pos="711200" algn="l"/>
              </a:tabLst>
              <a:defRPr sz="3000" u="sng"/>
            </a:lvl1pPr>
            <a:lvl2pPr marL="1001344" indent="-366346" defTabSz="701675">
              <a:spcBef>
                <a:spcPts val="0"/>
              </a:spcBef>
              <a:tabLst>
                <a:tab pos="711200" algn="l"/>
              </a:tabLst>
              <a:defRPr sz="3000" u="sng"/>
            </a:lvl2pPr>
            <a:lvl3pPr marL="1636346" indent="-366346" defTabSz="701675">
              <a:spcBef>
                <a:spcPts val="0"/>
              </a:spcBef>
              <a:tabLst>
                <a:tab pos="711200" algn="l"/>
              </a:tabLst>
              <a:defRPr sz="3000" u="sng"/>
            </a:lvl3pPr>
            <a:lvl4pPr marL="2271346" indent="-366346" defTabSz="701675">
              <a:spcBef>
                <a:spcPts val="0"/>
              </a:spcBef>
              <a:tabLst>
                <a:tab pos="711200" algn="l"/>
              </a:tabLst>
              <a:defRPr sz="3000" u="sng"/>
            </a:lvl4pPr>
            <a:lvl5pPr marL="2906346" indent="-366346" defTabSz="701675">
              <a:spcBef>
                <a:spcPts val="0"/>
              </a:spcBef>
              <a:tabLst>
                <a:tab pos="711200" algn="l"/>
              </a:tabLst>
              <a:defRPr sz="3000" u="sng"/>
            </a:lvl5pPr>
          </a:lstStyle>
          <a:p>
            <a:pPr/>
            <a:r>
              <a:t>作者和日期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74" name="演示文稿标题"/>
          <p:cNvSpPr txBox="1"/>
          <p:nvPr>
            <p:ph type="title" hasCustomPrompt="1"/>
          </p:nvPr>
        </p:nvSpPr>
        <p:spPr>
          <a:xfrm>
            <a:off x="1206496" y="2574991"/>
            <a:ext cx="21971005" cy="4648204"/>
          </a:xfrm>
          <a:prstGeom prst="rect">
            <a:avLst/>
          </a:prstGeom>
        </p:spPr>
        <p:txBody>
          <a:bodyPr anchor="b"/>
          <a:lstStyle>
            <a:lvl1pPr algn="l" defTabSz="2438400">
              <a:lnSpc>
                <a:spcPct val="80000"/>
              </a:lnSpc>
              <a:defRPr b="1" spc="-232" sz="11600">
                <a:latin typeface="+mn-lt"/>
                <a:ea typeface="+mn-ea"/>
                <a:cs typeface="+mn-cs"/>
                <a:sym typeface="Helvetica Neue"/>
              </a:defRPr>
            </a:lvl1pPr>
          </a:lstStyle>
          <a:p>
            <a:pPr/>
            <a:r>
              <a:t>演示文稿标题</a:t>
            </a:r>
          </a:p>
        </p:txBody>
      </p:sp>
      <p:sp>
        <p:nvSpPr>
          <p:cNvPr id="75" name="正文级别 1…"/>
          <p:cNvSpPr txBox="1"/>
          <p:nvPr>
            <p:ph type="body" sz="quarter" idx="21" hasCustomPrompt="1"/>
          </p:nvPr>
        </p:nvSpPr>
        <p:spPr>
          <a:xfrm>
            <a:off x="1201342" y="7223190"/>
            <a:ext cx="21971002" cy="1905003"/>
          </a:xfrm>
          <a:prstGeom prst="rect">
            <a:avLst/>
          </a:prstGeom>
        </p:spPr>
        <p:txBody>
          <a:bodyPr anchor="t"/>
          <a:lstStyle>
            <a:lvl1pPr marL="0" indent="0">
              <a:spcBef>
                <a:spcPts val="0"/>
              </a:spcBef>
              <a:buSzTx/>
              <a:buNone/>
              <a:defRPr b="1" sz="5500"/>
            </a:lvl1pPr>
          </a:lstStyle>
          <a:p>
            <a:pPr/>
            <a:r>
              <a:t>演示文稿副标题</a:t>
            </a:r>
          </a:p>
        </p:txBody>
      </p:sp>
      <p:sp>
        <p:nvSpPr>
          <p:cNvPr id="76" name="Slide Number"/>
          <p:cNvSpPr txBox="1"/>
          <p:nvPr>
            <p:ph type="sldNum" sz="quarter" idx="2"/>
          </p:nvPr>
        </p:nvSpPr>
        <p:spPr>
          <a:xfrm>
            <a:off x="17248581" y="12712700"/>
            <a:ext cx="453239" cy="461059"/>
          </a:xfrm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Bullets (Categories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Rectangle"/>
          <p:cNvSpPr/>
          <p:nvPr/>
        </p:nvSpPr>
        <p:spPr>
          <a:xfrm>
            <a:off x="-95254" y="13392150"/>
            <a:ext cx="24517358" cy="457200"/>
          </a:xfrm>
          <a:prstGeom prst="rect">
            <a:avLst/>
          </a:prstGeom>
          <a:solidFill>
            <a:srgbClr val="D6D6D6"/>
          </a:solidFill>
          <a:ln w="12700">
            <a:miter lim="400000"/>
          </a:ln>
        </p:spPr>
        <p:txBody>
          <a:bodyPr lIns="0" tIns="0" rIns="0" bIns="0" anchor="ctr"/>
          <a:lstStyle/>
          <a:p>
            <a:pPr defTabSz="819150">
              <a:defRPr sz="4800">
                <a:solidFill>
                  <a:srgbClr val="FFFFFF"/>
                </a:solidFill>
                <a:effectLst>
                  <a:outerShdw sx="100000" sy="100000" kx="0" ky="0" algn="b" rotWithShape="0" blurRad="38100" dist="12700" dir="540000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</a:p>
        </p:txBody>
      </p:sp>
      <p:sp>
        <p:nvSpPr>
          <p:cNvPr id="84" name="Line"/>
          <p:cNvSpPr/>
          <p:nvPr/>
        </p:nvSpPr>
        <p:spPr>
          <a:xfrm>
            <a:off x="517047" y="1257299"/>
            <a:ext cx="23315963" cy="10"/>
          </a:xfrm>
          <a:prstGeom prst="line">
            <a:avLst/>
          </a:prstGeom>
          <a:ln w="3175">
            <a:solidFill>
              <a:srgbClr val="929292"/>
            </a:solidFill>
            <a:miter lim="400000"/>
          </a:ln>
        </p:spPr>
        <p:txBody>
          <a:bodyPr lIns="45718" tIns="45718" rIns="45718" bIns="45718"/>
          <a:lstStyle/>
          <a:p>
            <a:pPr/>
          </a:p>
        </p:txBody>
      </p:sp>
      <p:graphicFrame>
        <p:nvGraphicFramePr>
          <p:cNvPr id="85" name="Table"/>
          <p:cNvGraphicFramePr/>
          <p:nvPr/>
        </p:nvGraphicFramePr>
        <p:xfrm>
          <a:off x="57148" y="13373100"/>
          <a:ext cx="35204828" cy="512964"/>
        </p:xfrm>
        <a:graphic xmlns:a="http://schemas.openxmlformats.org/drawingml/2006/main">
          <a:graphicData uri="http://schemas.openxmlformats.org/drawingml/2006/table">
            <a:tbl>
              <a:tblPr firstCol="0" firstRow="0" lastCol="0" lastRow="0" bandCol="0" bandRow="0" rtl="0">
                <a:tableStyleId>{4C3C2611-4C71-4FC5-86AE-919BDF0F9419}</a:tableStyleId>
              </a:tblPr>
              <a:tblGrid>
                <a:gridCol w="11734943"/>
                <a:gridCol w="11734943"/>
                <a:gridCol w="11734943"/>
              </a:tblGrid>
              <a:tr h="512963">
                <a:tc>
                  <a:txBody>
                    <a:bodyPr/>
                    <a:lstStyle/>
                    <a:p>
                      <a:pPr>
                        <a:defRPr>
                          <a:sym typeface="Helvetica Neue"/>
                        </a:defRPr>
                      </a:pPr>
                    </a:p>
                  </a:txBody>
                  <a:tcPr marL="50800" marR="50800" marT="50800" marB="50800" anchor="ctr" anchorCtr="0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12700">
                      <a:miter lim="400000"/>
                    </a:lnT>
                    <a:lnB w="12700">
                      <a:miter lim="400000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1371600">
                        <a:tabLst>
                          <a:tab pos="1295400" algn="l"/>
                          <a:tab pos="10299700" algn="r"/>
                        </a:tabLst>
                        <a:defRPr sz="1800"/>
                      </a:pPr>
                      <a:r>
                        <a:rPr sz="2200">
                          <a:solidFill>
                            <a:srgbClr val="606060"/>
                          </a:solidFill>
                          <a:latin typeface="Helvetica Neue Light"/>
                          <a:ea typeface="Helvetica Neue Light"/>
                          <a:cs typeface="Helvetica Neue Light"/>
                        </a:rPr>
                        <a:t>Page</a:t>
                      </a:r>
                    </a:p>
                  </a:txBody>
                  <a:tcPr marL="50800" marR="50800" marT="50800" marB="50800" anchor="ctr" anchorCtr="0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12700">
                      <a:miter lim="400000"/>
                    </a:lnT>
                    <a:lnB w="12700">
                      <a:miter lim="400000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defTabSz="1371600">
                        <a:tabLst>
                          <a:tab pos="1295400" algn="l"/>
                          <a:tab pos="10299700" algn="r"/>
                        </a:tabLst>
                        <a:defRPr sz="1800"/>
                      </a:pPr>
                      <a:r>
                        <a:rPr sz="2200">
                          <a:solidFill>
                            <a:srgbClr val="606060"/>
                          </a:solidFill>
                          <a:latin typeface="Helvetica Neue Light"/>
                          <a:ea typeface="Helvetica Neue Light"/>
                          <a:cs typeface="Helvetica Neue Light"/>
                        </a:rPr>
                        <a:t>Apple Confidential</a:t>
                      </a:r>
                    </a:p>
                  </a:txBody>
                  <a:tcPr marL="50800" marR="50800" marT="50800" marB="50800" anchor="ctr" anchorCtr="0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12700">
                      <a:miter lim="400000"/>
                    </a:lnT>
                    <a:lnB w="12700">
                      <a:miter lim="400000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86" name="标题文本"/>
          <p:cNvSpPr txBox="1"/>
          <p:nvPr>
            <p:ph type="title" hasCustomPrompt="1"/>
          </p:nvPr>
        </p:nvSpPr>
        <p:spPr>
          <a:xfrm>
            <a:off x="1066796" y="190498"/>
            <a:ext cx="22250408" cy="1066804"/>
          </a:xfrm>
          <a:prstGeom prst="rect">
            <a:avLst/>
          </a:prstGeom>
        </p:spPr>
        <p:txBody>
          <a:bodyPr lIns="76200" tIns="76200" rIns="76200" bIns="76200" anchor="t"/>
          <a:lstStyle>
            <a:lvl1pPr algn="l" defTabSz="819150">
              <a:defRPr sz="5400">
                <a:solidFill>
                  <a:srgbClr val="0096F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</a:lstStyle>
          <a:p>
            <a:pPr/>
            <a:r>
              <a:t>标题文本</a:t>
            </a:r>
          </a:p>
        </p:txBody>
      </p:sp>
      <p:sp>
        <p:nvSpPr>
          <p:cNvPr id="87" name="Body Level One…"/>
          <p:cNvSpPr txBox="1"/>
          <p:nvPr>
            <p:ph type="body" idx="1" hasCustomPrompt="1"/>
          </p:nvPr>
        </p:nvSpPr>
        <p:spPr>
          <a:xfrm>
            <a:off x="1066796" y="1543046"/>
            <a:ext cx="22250408" cy="11239508"/>
          </a:xfrm>
          <a:prstGeom prst="rect">
            <a:avLst/>
          </a:prstGeom>
        </p:spPr>
        <p:txBody>
          <a:bodyPr lIns="0" tIns="0" rIns="0" bIns="0" anchor="t"/>
          <a:lstStyle>
            <a:lvl1pPr marL="0" indent="0" defTabSz="819150">
              <a:lnSpc>
                <a:spcPct val="80000"/>
              </a:lnSpc>
              <a:spcBef>
                <a:spcPts val="1300"/>
              </a:spcBef>
              <a:buSzTx/>
              <a:buNone/>
              <a:defRPr sz="3600">
                <a:solidFill>
                  <a:srgbClr val="0096F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marL="666750" indent="-285750" defTabSz="819150">
              <a:lnSpc>
                <a:spcPct val="80000"/>
              </a:lnSpc>
              <a:spcBef>
                <a:spcPts val="1300"/>
              </a:spcBef>
              <a:buSzPct val="75000"/>
              <a:buChar char="-"/>
              <a:defRPr sz="3600">
                <a:solidFill>
                  <a:srgbClr val="0096F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marL="1047750" indent="-285750" defTabSz="819150">
              <a:lnSpc>
                <a:spcPct val="80000"/>
              </a:lnSpc>
              <a:spcBef>
                <a:spcPts val="1300"/>
              </a:spcBef>
              <a:buSzPct val="75000"/>
              <a:buChar char="-"/>
              <a:defRPr sz="3600">
                <a:solidFill>
                  <a:srgbClr val="0096F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marL="1428750" indent="-285750" defTabSz="819150">
              <a:lnSpc>
                <a:spcPct val="80000"/>
              </a:lnSpc>
              <a:spcBef>
                <a:spcPts val="1300"/>
              </a:spcBef>
              <a:buSzPct val="75000"/>
              <a:buChar char="-"/>
              <a:defRPr sz="3600">
                <a:solidFill>
                  <a:srgbClr val="0096F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marL="1809750" indent="-285750" defTabSz="819150">
              <a:lnSpc>
                <a:spcPct val="80000"/>
              </a:lnSpc>
              <a:spcBef>
                <a:spcPts val="1300"/>
              </a:spcBef>
              <a:buSzPct val="75000"/>
              <a:buChar char="-"/>
              <a:defRPr sz="3600">
                <a:solidFill>
                  <a:srgbClr val="0096F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</a:lstStyle>
          <a:p>
            <a:pPr/>
            <a:r>
              <a:t>正文级别 1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88" name="Slide Number"/>
          <p:cNvSpPr txBox="1"/>
          <p:nvPr>
            <p:ph type="sldNum" sz="quarter" idx="2"/>
          </p:nvPr>
        </p:nvSpPr>
        <p:spPr>
          <a:xfrm>
            <a:off x="11469885" y="9605628"/>
            <a:ext cx="334570" cy="338480"/>
          </a:xfrm>
          <a:prstGeom prst="rect">
            <a:avLst/>
          </a:prstGeom>
        </p:spPr>
        <p:txBody>
          <a:bodyPr lIns="76200" tIns="76200" rIns="76200" bIns="76200" anchor="b"/>
          <a:lstStyle>
            <a:lvl1pPr defTabSz="819150">
              <a:defRPr sz="1200">
                <a:solidFill>
                  <a:srgbClr val="606060"/>
                </a:solidFill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Bullets (Categories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Rectangle"/>
          <p:cNvSpPr/>
          <p:nvPr/>
        </p:nvSpPr>
        <p:spPr>
          <a:xfrm>
            <a:off x="-95250" y="13392150"/>
            <a:ext cx="24517350" cy="457200"/>
          </a:xfrm>
          <a:prstGeom prst="rect">
            <a:avLst/>
          </a:prstGeom>
          <a:solidFill>
            <a:srgbClr val="D6D6D6"/>
          </a:solidFill>
          <a:ln w="12700">
            <a:miter lim="400000"/>
          </a:ln>
        </p:spPr>
        <p:txBody>
          <a:bodyPr lIns="0" tIns="0" rIns="0" bIns="0" anchor="ctr"/>
          <a:lstStyle/>
          <a:p>
            <a:pPr defTabSz="819150">
              <a:defRPr sz="4800">
                <a:solidFill>
                  <a:srgbClr val="FFFFFF"/>
                </a:solidFill>
                <a:effectLst>
                  <a:outerShdw sx="100000" sy="100000" kx="0" ky="0" algn="b" rotWithShape="0" blurRad="38100" dist="12700" dir="540000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</a:p>
        </p:txBody>
      </p:sp>
      <p:sp>
        <p:nvSpPr>
          <p:cNvPr id="96" name="Line"/>
          <p:cNvSpPr/>
          <p:nvPr/>
        </p:nvSpPr>
        <p:spPr>
          <a:xfrm>
            <a:off x="517066" y="1257300"/>
            <a:ext cx="23315955" cy="0"/>
          </a:xfrm>
          <a:prstGeom prst="line">
            <a:avLst/>
          </a:prstGeom>
          <a:ln w="12700">
            <a:solidFill>
              <a:srgbClr val="929292"/>
            </a:solidFill>
            <a:miter lim="400000"/>
          </a:ln>
        </p:spPr>
        <p:txBody>
          <a:bodyPr lIns="45718" tIns="45718" rIns="45718" bIns="45718"/>
          <a:lstStyle/>
          <a:p>
            <a:pPr/>
          </a:p>
        </p:txBody>
      </p:sp>
      <p:graphicFrame>
        <p:nvGraphicFramePr>
          <p:cNvPr id="97" name="Table"/>
          <p:cNvGraphicFramePr/>
          <p:nvPr/>
        </p:nvGraphicFramePr>
        <p:xfrm>
          <a:off x="57150" y="13373100"/>
          <a:ext cx="24276050" cy="353625"/>
        </p:xfrm>
        <a:graphic xmlns:a="http://schemas.openxmlformats.org/drawingml/2006/main">
          <a:graphicData uri="http://schemas.openxmlformats.org/drawingml/2006/table">
            <a:tbl>
              <a:tblPr firstCol="0" firstRow="0" lastCol="0" lastRow="0" bandCol="0" bandRow="0" rtl="0">
                <a:tableStyleId>{4C3C2611-4C71-4FC5-86AE-919BDF0F9419}</a:tableStyleId>
              </a:tblPr>
              <a:tblGrid>
                <a:gridCol w="8092017"/>
                <a:gridCol w="8092017"/>
                <a:gridCol w="8092017"/>
              </a:tblGrid>
              <a:tr h="353625">
                <a:tc>
                  <a:txBody>
                    <a:bodyPr/>
                    <a:lstStyle/>
                    <a:p>
                      <a:pPr algn="l" defTabSz="1371600">
                        <a:tabLst>
                          <a:tab pos="1295400" algn="l"/>
                        </a:tabLst>
                        <a:defRPr sz="1800"/>
                      </a:pPr>
                      <a:r>
                        <a:rPr sz="1400">
                          <a:solidFill>
                            <a:srgbClr val="606060"/>
                          </a:solidFill>
                          <a:latin typeface="Helvetica Neue Light"/>
                          <a:ea typeface="Helvetica Neue Light"/>
                          <a:cs typeface="Helvetica Neue Light"/>
                        </a:rPr>
                        <a:t>11/8/2021</a:t>
                      </a:r>
                    </a:p>
                  </a:txBody>
                  <a:tcPr marL="50800" marR="50800" marT="50800" marB="50800" anchor="ctr" anchorCtr="0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12700">
                      <a:miter lim="400000"/>
                    </a:lnT>
                    <a:lnB w="12700">
                      <a:miter lim="400000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1371600">
                        <a:tabLst>
                          <a:tab pos="1295400" algn="l"/>
                          <a:tab pos="10299700" algn="r"/>
                        </a:tabLst>
                        <a:defRPr sz="1800"/>
                      </a:pPr>
                      <a:r>
                        <a:rPr sz="1400">
                          <a:solidFill>
                            <a:srgbClr val="606060"/>
                          </a:solidFill>
                          <a:latin typeface="Helvetica Neue Light"/>
                          <a:ea typeface="Helvetica Neue Light"/>
                          <a:cs typeface="Helvetica Neue Light"/>
                        </a:rPr>
                        <a:t>Page</a:t>
                      </a:r>
                    </a:p>
                  </a:txBody>
                  <a:tcPr marL="50800" marR="50800" marT="50800" marB="50800" anchor="ctr" anchorCtr="0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12700">
                      <a:miter lim="400000"/>
                    </a:lnT>
                    <a:lnB w="12700">
                      <a:miter lim="400000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defTabSz="1371600">
                        <a:tabLst>
                          <a:tab pos="1295400" algn="l"/>
                          <a:tab pos="10299700" algn="r"/>
                        </a:tabLst>
                        <a:defRPr sz="1800"/>
                      </a:pPr>
                      <a:r>
                        <a:rPr sz="1400">
                          <a:solidFill>
                            <a:srgbClr val="606060"/>
                          </a:solidFill>
                          <a:latin typeface="Helvetica Neue Light"/>
                          <a:ea typeface="Helvetica Neue Light"/>
                          <a:cs typeface="Helvetica Neue Light"/>
                        </a:rPr>
                        <a:t>Apple Confidential</a:t>
                      </a:r>
                    </a:p>
                  </a:txBody>
                  <a:tcPr marL="50800" marR="50800" marT="50800" marB="50800" anchor="ctr" anchorCtr="0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12700">
                      <a:miter lim="400000"/>
                    </a:lnT>
                    <a:lnB w="12700">
                      <a:miter lim="400000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98" name="标题文本"/>
          <p:cNvSpPr txBox="1"/>
          <p:nvPr>
            <p:ph type="title" hasCustomPrompt="1"/>
          </p:nvPr>
        </p:nvSpPr>
        <p:spPr>
          <a:xfrm>
            <a:off x="1066800" y="190500"/>
            <a:ext cx="22250400" cy="1066800"/>
          </a:xfrm>
          <a:prstGeom prst="rect">
            <a:avLst/>
          </a:prstGeom>
        </p:spPr>
        <p:txBody>
          <a:bodyPr lIns="76200" tIns="76200" rIns="76200" bIns="76200" anchor="t"/>
          <a:lstStyle>
            <a:lvl1pPr algn="l" defTabSz="819150">
              <a:defRPr sz="5400">
                <a:solidFill>
                  <a:srgbClr val="0096F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</a:lstStyle>
          <a:p>
            <a:pPr/>
            <a:r>
              <a:t>标题文本</a:t>
            </a:r>
          </a:p>
        </p:txBody>
      </p:sp>
      <p:sp>
        <p:nvSpPr>
          <p:cNvPr id="99" name="Body Level One…"/>
          <p:cNvSpPr txBox="1"/>
          <p:nvPr>
            <p:ph type="body" idx="1" hasCustomPrompt="1"/>
          </p:nvPr>
        </p:nvSpPr>
        <p:spPr>
          <a:xfrm>
            <a:off x="1066800" y="1543050"/>
            <a:ext cx="22250400" cy="11239500"/>
          </a:xfrm>
          <a:prstGeom prst="rect">
            <a:avLst/>
          </a:prstGeom>
        </p:spPr>
        <p:txBody>
          <a:bodyPr lIns="0" tIns="0" rIns="0" bIns="0" anchor="t"/>
          <a:lstStyle>
            <a:lvl1pPr marL="0" indent="0" defTabSz="819150">
              <a:lnSpc>
                <a:spcPct val="80000"/>
              </a:lnSpc>
              <a:spcBef>
                <a:spcPts val="1300"/>
              </a:spcBef>
              <a:buSzTx/>
              <a:buNone/>
              <a:defRPr sz="3600">
                <a:solidFill>
                  <a:srgbClr val="0096F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marL="666750" indent="-285750" defTabSz="819150">
              <a:lnSpc>
                <a:spcPct val="80000"/>
              </a:lnSpc>
              <a:spcBef>
                <a:spcPts val="1300"/>
              </a:spcBef>
              <a:buSzPct val="75000"/>
              <a:buChar char="-"/>
              <a:defRPr sz="3600">
                <a:solidFill>
                  <a:srgbClr val="0096F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marL="1047750" indent="-285750" defTabSz="819150">
              <a:lnSpc>
                <a:spcPct val="80000"/>
              </a:lnSpc>
              <a:spcBef>
                <a:spcPts val="1300"/>
              </a:spcBef>
              <a:buSzPct val="75000"/>
              <a:buChar char="-"/>
              <a:defRPr sz="3600">
                <a:solidFill>
                  <a:srgbClr val="0096F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marL="1428750" indent="-285750" defTabSz="819150">
              <a:lnSpc>
                <a:spcPct val="80000"/>
              </a:lnSpc>
              <a:spcBef>
                <a:spcPts val="1300"/>
              </a:spcBef>
              <a:buSzPct val="75000"/>
              <a:buChar char="-"/>
              <a:defRPr sz="3600">
                <a:solidFill>
                  <a:srgbClr val="0096F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marL="1809750" indent="-285750" defTabSz="819150">
              <a:lnSpc>
                <a:spcPct val="80000"/>
              </a:lnSpc>
              <a:spcBef>
                <a:spcPts val="1300"/>
              </a:spcBef>
              <a:buSzPct val="75000"/>
              <a:buChar char="-"/>
              <a:defRPr sz="3600">
                <a:solidFill>
                  <a:srgbClr val="0096F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</a:lstStyle>
          <a:p>
            <a:pPr/>
            <a:r>
              <a:t>正文级别 1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100" name="Slide Number"/>
          <p:cNvSpPr txBox="1"/>
          <p:nvPr>
            <p:ph type="sldNum" sz="quarter" idx="2"/>
          </p:nvPr>
        </p:nvSpPr>
        <p:spPr>
          <a:xfrm>
            <a:off x="12408261" y="13390957"/>
            <a:ext cx="362815" cy="363144"/>
          </a:xfrm>
          <a:prstGeom prst="rect">
            <a:avLst/>
          </a:prstGeom>
        </p:spPr>
        <p:txBody>
          <a:bodyPr lIns="76200" tIns="76200" rIns="76200" bIns="76200" anchor="b"/>
          <a:lstStyle>
            <a:lvl1pPr defTabSz="819150">
              <a:defRPr sz="1400">
                <a:solidFill>
                  <a:srgbClr val="606060"/>
                </a:solidFill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矩形"/>
          <p:cNvSpPr/>
          <p:nvPr/>
        </p:nvSpPr>
        <p:spPr>
          <a:xfrm>
            <a:off x="-88902" y="13398500"/>
            <a:ext cx="27076401" cy="469900"/>
          </a:xfrm>
          <a:prstGeom prst="rect">
            <a:avLst/>
          </a:prstGeom>
          <a:solidFill>
            <a:srgbClr val="D6D6D6"/>
          </a:solidFill>
          <a:ln w="12700">
            <a:miter lim="400000"/>
          </a:ln>
        </p:spPr>
        <p:txBody>
          <a:bodyPr lIns="0" tIns="0" rIns="0" bIns="0" anchor="ctr"/>
          <a:lstStyle/>
          <a:p>
            <a:pPr defTabSz="1238250">
              <a:defRPr sz="4800">
                <a:latin typeface="Helvetica Neue Light"/>
                <a:ea typeface="Helvetica Neue Light"/>
                <a:cs typeface="Helvetica Neue Light"/>
                <a:sym typeface="Helvetica Neue Light"/>
              </a:defRPr>
            </a:pPr>
          </a:p>
        </p:txBody>
      </p:sp>
      <p:sp>
        <p:nvSpPr>
          <p:cNvPr id="108" name="线条"/>
          <p:cNvSpPr/>
          <p:nvPr/>
        </p:nvSpPr>
        <p:spPr>
          <a:xfrm>
            <a:off x="517049" y="1244599"/>
            <a:ext cx="23315963" cy="10"/>
          </a:xfrm>
          <a:prstGeom prst="line">
            <a:avLst/>
          </a:prstGeom>
          <a:ln w="3175">
            <a:solidFill>
              <a:srgbClr val="929292"/>
            </a:solidFill>
            <a:miter lim="400000"/>
          </a:ln>
        </p:spPr>
        <p:txBody>
          <a:bodyPr lIns="45718" tIns="45718" rIns="45718" bIns="45718"/>
          <a:lstStyle/>
          <a:p>
            <a:pPr/>
          </a:p>
        </p:txBody>
      </p:sp>
      <p:graphicFrame>
        <p:nvGraphicFramePr>
          <p:cNvPr id="109" name="Table 1-1"/>
          <p:cNvGraphicFramePr/>
          <p:nvPr/>
        </p:nvGraphicFramePr>
        <p:xfrm>
          <a:off x="76197" y="13347700"/>
          <a:ext cx="24291927" cy="365125"/>
        </p:xfrm>
        <a:graphic xmlns:a="http://schemas.openxmlformats.org/drawingml/2006/main">
          <a:graphicData uri="http://schemas.openxmlformats.org/drawingml/2006/table">
            <a:tbl>
              <a:tblPr firstCol="0" firstRow="0" lastCol="0" lastRow="0" bandCol="0" bandRow="0" rtl="0">
                <a:tableStyleId>{4C3C2611-4C71-4FC5-86AE-919BDF0F9419}</a:tableStyleId>
              </a:tblPr>
              <a:tblGrid>
                <a:gridCol w="8097309"/>
                <a:gridCol w="8097309"/>
                <a:gridCol w="8097309"/>
              </a:tblGrid>
              <a:tr h="365125">
                <a:tc>
                  <a:txBody>
                    <a:bodyPr/>
                    <a:lstStyle/>
                    <a:p>
                      <a:pPr>
                        <a:defRPr>
                          <a:sym typeface="Helvetica Neue"/>
                        </a:defRPr>
                      </a:pPr>
                    </a:p>
                  </a:txBody>
                  <a:tcPr marL="50800" marR="50800" marT="50800" marB="50800" anchor="ctr" anchorCtr="0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12700">
                      <a:miter lim="400000"/>
                    </a:lnT>
                    <a:lnB w="12700">
                      <a:miter lim="400000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914400">
                        <a:tabLst>
                          <a:tab pos="1943100" algn="l"/>
                          <a:tab pos="15468600" algn="r"/>
                        </a:tabLst>
                        <a:defRPr sz="1800"/>
                      </a:pPr>
                      <a:r>
                        <a:rPr sz="1200">
                          <a:solidFill>
                            <a:srgbClr val="606060"/>
                          </a:solidFill>
                          <a:latin typeface="Helvetica Neue Light"/>
                          <a:ea typeface="Helvetica Neue Light"/>
                          <a:cs typeface="Helvetica Neue Light"/>
                        </a:rPr>
                        <a:t>Page</a:t>
                      </a:r>
                    </a:p>
                  </a:txBody>
                  <a:tcPr marL="50800" marR="50800" marT="50800" marB="50800" anchor="ctr" anchorCtr="0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12700">
                      <a:miter lim="400000"/>
                    </a:lnT>
                    <a:lnB w="12700">
                      <a:miter lim="400000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914400">
                        <a:tabLst>
                          <a:tab pos="1943100" algn="l"/>
                          <a:tab pos="15468600" algn="r"/>
                        </a:tabLst>
                        <a:defRPr sz="1800"/>
                      </a:pPr>
                      <a:r>
                        <a:rPr sz="1200">
                          <a:solidFill>
                            <a:srgbClr val="606060"/>
                          </a:solidFill>
                          <a:latin typeface="Helvetica Neue Light"/>
                          <a:ea typeface="Helvetica Neue Light"/>
                          <a:cs typeface="Helvetica Neue Light"/>
                        </a:rPr>
                        <a:t>Manufacturing Design - Apple Confidential</a:t>
                      </a:r>
                    </a:p>
                  </a:txBody>
                  <a:tcPr marL="50800" marR="50800" marT="50800" marB="50800" anchor="ctr" anchorCtr="0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12700">
                      <a:miter lim="400000"/>
                    </a:lnT>
                    <a:lnB w="12700">
                      <a:miter lim="400000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110" name="Body Level One…"/>
          <p:cNvSpPr txBox="1"/>
          <p:nvPr>
            <p:ph type="body" sz="quarter" idx="1" hasCustomPrompt="1"/>
          </p:nvPr>
        </p:nvSpPr>
        <p:spPr>
          <a:xfrm>
            <a:off x="514941" y="292471"/>
            <a:ext cx="23320191" cy="932612"/>
          </a:xfrm>
          <a:prstGeom prst="rect">
            <a:avLst/>
          </a:prstGeom>
        </p:spPr>
        <p:txBody>
          <a:bodyPr/>
          <a:lstStyle>
            <a:lvl1pPr>
              <a:defRPr sz="5200"/>
            </a:lvl1pPr>
            <a:lvl2pPr>
              <a:defRPr sz="5200"/>
            </a:lvl2pPr>
            <a:lvl3pPr>
              <a:defRPr sz="5200"/>
            </a:lvl3pPr>
            <a:lvl4pPr>
              <a:defRPr sz="5200"/>
            </a:lvl4pPr>
            <a:lvl5pPr>
              <a:defRPr sz="5200"/>
            </a:lvl5pPr>
          </a:lstStyle>
          <a:p>
            <a:pPr/>
            <a:r>
              <a:t>NXX | Title Text: Subtitle Text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111" name="Slide Number"/>
          <p:cNvSpPr txBox="1"/>
          <p:nvPr>
            <p:ph type="sldNum" sz="quarter" idx="2"/>
          </p:nvPr>
        </p:nvSpPr>
        <p:spPr>
          <a:xfrm>
            <a:off x="12482710" y="13373100"/>
            <a:ext cx="283770" cy="287680"/>
          </a:xfrm>
          <a:prstGeom prst="rect">
            <a:avLst/>
          </a:prstGeom>
        </p:spPr>
        <p:txBody>
          <a:bodyPr>
            <a:normAutofit fontScale="100000" lnSpcReduction="0"/>
          </a:bodyPr>
          <a:lstStyle>
            <a:lvl1pPr defTabSz="1238250">
              <a:defRPr sz="1200">
                <a:solidFill>
                  <a:srgbClr val="53585F"/>
                </a:solidFill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Bullets (Categories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Rectangle"/>
          <p:cNvSpPr/>
          <p:nvPr/>
        </p:nvSpPr>
        <p:spPr>
          <a:xfrm>
            <a:off x="-95250" y="13392150"/>
            <a:ext cx="24517350" cy="457200"/>
          </a:xfrm>
          <a:prstGeom prst="rect">
            <a:avLst/>
          </a:prstGeom>
          <a:solidFill>
            <a:srgbClr val="D6D6D6"/>
          </a:solidFill>
          <a:ln w="12700">
            <a:miter lim="400000"/>
          </a:ln>
        </p:spPr>
        <p:txBody>
          <a:bodyPr lIns="0" tIns="0" rIns="0" bIns="0" anchor="ctr"/>
          <a:lstStyle/>
          <a:p>
            <a:pPr defTabSz="819150">
              <a:defRPr sz="4800">
                <a:solidFill>
                  <a:srgbClr val="FFFFFF"/>
                </a:solidFill>
                <a:effectLst>
                  <a:outerShdw sx="100000" sy="100000" kx="0" ky="0" algn="b" rotWithShape="0" blurRad="38100" dist="12700" dir="540000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</a:p>
        </p:txBody>
      </p:sp>
      <p:sp>
        <p:nvSpPr>
          <p:cNvPr id="119" name="Line"/>
          <p:cNvSpPr/>
          <p:nvPr/>
        </p:nvSpPr>
        <p:spPr>
          <a:xfrm>
            <a:off x="517066" y="1257300"/>
            <a:ext cx="23315955" cy="0"/>
          </a:xfrm>
          <a:prstGeom prst="line">
            <a:avLst/>
          </a:prstGeom>
          <a:ln w="12700">
            <a:solidFill>
              <a:srgbClr val="929292"/>
            </a:solidFill>
            <a:miter lim="400000"/>
          </a:ln>
        </p:spPr>
        <p:txBody>
          <a:bodyPr lIns="45718" tIns="45718" rIns="45718" bIns="45718"/>
          <a:lstStyle/>
          <a:p>
            <a:pPr/>
          </a:p>
        </p:txBody>
      </p:sp>
      <p:graphicFrame>
        <p:nvGraphicFramePr>
          <p:cNvPr id="120" name="Table"/>
          <p:cNvGraphicFramePr/>
          <p:nvPr/>
        </p:nvGraphicFramePr>
        <p:xfrm>
          <a:off x="57150" y="13373100"/>
          <a:ext cx="24276050" cy="349250"/>
        </p:xfrm>
        <a:graphic xmlns:a="http://schemas.openxmlformats.org/drawingml/2006/main">
          <a:graphicData uri="http://schemas.openxmlformats.org/drawingml/2006/table">
            <a:tbl>
              <a:tblPr firstCol="0" firstRow="0" lastCol="0" lastRow="0" bandCol="0" bandRow="0" rtl="0">
                <a:tableStyleId>{4C3C2611-4C71-4FC5-86AE-919BDF0F9419}</a:tableStyleId>
              </a:tblPr>
              <a:tblGrid>
                <a:gridCol w="8092017"/>
                <a:gridCol w="8092017"/>
                <a:gridCol w="8092017"/>
              </a:tblGrid>
              <a:tr h="349250">
                <a:tc>
                  <a:txBody>
                    <a:bodyPr/>
                    <a:lstStyle/>
                    <a:p>
                      <a:pPr algn="l" defTabSz="819150">
                        <a:defRPr sz="1800"/>
                      </a:pPr>
                      <a:r>
                        <a:rPr sz="1200">
                          <a:latin typeface="Helvetica Neue Light"/>
                          <a:ea typeface="Helvetica Neue Light"/>
                          <a:cs typeface="Helvetica Neue Light"/>
                        </a:rPr>
                        <a:t>11/8/2021</a:t>
                      </a:r>
                    </a:p>
                  </a:txBody>
                  <a:tcPr marL="50800" marR="50800" marT="50800" marB="50800" anchor="ctr" anchorCtr="0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12700">
                      <a:miter lim="400000"/>
                    </a:lnT>
                    <a:lnB w="12700">
                      <a:miter lim="400000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defTabSz="819150">
                        <a:defRPr sz="1800"/>
                      </a:pPr>
                      <a:r>
                        <a:rPr sz="1200">
                          <a:latin typeface="Helvetica Neue Light"/>
                          <a:ea typeface="Helvetica Neue Light"/>
                          <a:cs typeface="Helvetica Neue Light"/>
                        </a:rPr>
                        <a:t>Page</a:t>
                      </a:r>
                    </a:p>
                  </a:txBody>
                  <a:tcPr marL="50800" marR="50800" marT="50800" marB="50800" anchor="ctr" anchorCtr="0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12700">
                      <a:miter lim="400000"/>
                    </a:lnT>
                    <a:lnB w="12700">
                      <a:miter lim="400000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defTabSz="819150">
                        <a:defRPr sz="1800"/>
                      </a:pPr>
                      <a:r>
                        <a:rPr sz="1200">
                          <a:latin typeface="Helvetica Neue Light"/>
                          <a:ea typeface="Helvetica Neue Light"/>
                          <a:cs typeface="Helvetica Neue Light"/>
                        </a:rPr>
                        <a:t>Apple Confidential</a:t>
                      </a:r>
                    </a:p>
                  </a:txBody>
                  <a:tcPr marL="50800" marR="50800" marT="50800" marB="50800" anchor="ctr" anchorCtr="0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12700">
                      <a:miter lim="400000"/>
                    </a:lnT>
                    <a:lnB w="12700">
                      <a:miter lim="400000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121" name="标题文本"/>
          <p:cNvSpPr txBox="1"/>
          <p:nvPr>
            <p:ph type="title" hasCustomPrompt="1"/>
          </p:nvPr>
        </p:nvSpPr>
        <p:spPr>
          <a:xfrm>
            <a:off x="1066800" y="190500"/>
            <a:ext cx="22250400" cy="1066800"/>
          </a:xfrm>
          <a:prstGeom prst="rect">
            <a:avLst/>
          </a:prstGeom>
        </p:spPr>
        <p:txBody>
          <a:bodyPr lIns="76200" tIns="76200" rIns="76200" bIns="76200" anchor="t"/>
          <a:lstStyle>
            <a:lvl1pPr algn="l" defTabSz="819150">
              <a:defRPr sz="5400">
                <a:solidFill>
                  <a:srgbClr val="0096F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</a:lstStyle>
          <a:p>
            <a:pPr/>
            <a:r>
              <a:t>标题文本</a:t>
            </a:r>
          </a:p>
        </p:txBody>
      </p:sp>
      <p:sp>
        <p:nvSpPr>
          <p:cNvPr id="122" name="Body Level One…"/>
          <p:cNvSpPr txBox="1"/>
          <p:nvPr>
            <p:ph type="body" idx="1" hasCustomPrompt="1"/>
          </p:nvPr>
        </p:nvSpPr>
        <p:spPr>
          <a:xfrm>
            <a:off x="1066800" y="1543050"/>
            <a:ext cx="22250400" cy="11239500"/>
          </a:xfrm>
          <a:prstGeom prst="rect">
            <a:avLst/>
          </a:prstGeom>
        </p:spPr>
        <p:txBody>
          <a:bodyPr lIns="0" tIns="0" rIns="0" bIns="0" anchor="t"/>
          <a:lstStyle>
            <a:lvl1pPr marL="0" indent="0" defTabSz="819150">
              <a:lnSpc>
                <a:spcPct val="80000"/>
              </a:lnSpc>
              <a:spcBef>
                <a:spcPts val="1300"/>
              </a:spcBef>
              <a:buSzTx/>
              <a:buNone/>
              <a:defRPr sz="3600">
                <a:solidFill>
                  <a:srgbClr val="0096F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marL="666750" indent="-285750" defTabSz="819150">
              <a:lnSpc>
                <a:spcPct val="80000"/>
              </a:lnSpc>
              <a:spcBef>
                <a:spcPts val="1300"/>
              </a:spcBef>
              <a:buSzPct val="75000"/>
              <a:buChar char="-"/>
              <a:defRPr sz="3600">
                <a:solidFill>
                  <a:srgbClr val="0096F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marL="1047750" indent="-285750" defTabSz="819150">
              <a:lnSpc>
                <a:spcPct val="80000"/>
              </a:lnSpc>
              <a:spcBef>
                <a:spcPts val="1300"/>
              </a:spcBef>
              <a:buSzPct val="75000"/>
              <a:buChar char="-"/>
              <a:defRPr sz="3600">
                <a:solidFill>
                  <a:srgbClr val="0096F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marL="1428750" indent="-285750" defTabSz="819150">
              <a:lnSpc>
                <a:spcPct val="80000"/>
              </a:lnSpc>
              <a:spcBef>
                <a:spcPts val="1300"/>
              </a:spcBef>
              <a:buSzPct val="75000"/>
              <a:buChar char="-"/>
              <a:defRPr sz="3600">
                <a:solidFill>
                  <a:srgbClr val="0096F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marL="1809750" indent="-285750" defTabSz="819150">
              <a:lnSpc>
                <a:spcPct val="80000"/>
              </a:lnSpc>
              <a:spcBef>
                <a:spcPts val="1300"/>
              </a:spcBef>
              <a:buSzPct val="75000"/>
              <a:buChar char="-"/>
              <a:defRPr sz="3600">
                <a:solidFill>
                  <a:srgbClr val="0096F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</a:lstStyle>
          <a:p>
            <a:pPr/>
            <a:r>
              <a:t>正文级别 1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123" name="Slide Number"/>
          <p:cNvSpPr txBox="1"/>
          <p:nvPr>
            <p:ph type="sldNum" sz="quarter" idx="2"/>
          </p:nvPr>
        </p:nvSpPr>
        <p:spPr>
          <a:xfrm>
            <a:off x="12408261" y="13390957"/>
            <a:ext cx="362815" cy="363144"/>
          </a:xfrm>
          <a:prstGeom prst="rect">
            <a:avLst/>
          </a:prstGeom>
        </p:spPr>
        <p:txBody>
          <a:bodyPr lIns="76200" tIns="76200" rIns="76200" bIns="76200" anchor="b"/>
          <a:lstStyle>
            <a:lvl1pPr defTabSz="819150">
              <a:defRPr sz="1400">
                <a:solidFill>
                  <a:srgbClr val="606060"/>
                </a:solidFill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Apple Confidential–Internal Use Only"/>
          <p:cNvSpPr txBox="1"/>
          <p:nvPr/>
        </p:nvSpPr>
        <p:spPr>
          <a:xfrm>
            <a:off x="21130620" y="13373100"/>
            <a:ext cx="3136603" cy="2286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 anchor="b">
            <a:spAutoFit/>
          </a:bodyPr>
          <a:lstStyle>
            <a:lvl1pPr algn="r" defTabSz="914400">
              <a:tabLst>
                <a:tab pos="914400" algn="l"/>
              </a:tabLst>
              <a:defRPr sz="1500">
                <a:solidFill>
                  <a:srgbClr val="87939D"/>
                </a:solidFill>
                <a:latin typeface="SF Hello Regular"/>
                <a:ea typeface="SF Hello Regular"/>
                <a:cs typeface="SF Hello Regular"/>
                <a:sym typeface="SF Hello Regular"/>
              </a:defRPr>
            </a:lvl1pPr>
          </a:lstStyle>
          <a:p>
            <a:pPr/>
            <a:r>
              <a:t>Apple Confidential–Internal Use Only</a:t>
            </a:r>
          </a:p>
        </p:txBody>
      </p:sp>
      <p:sp>
        <p:nvSpPr>
          <p:cNvPr id="131" name="Body Level One…"/>
          <p:cNvSpPr txBox="1"/>
          <p:nvPr>
            <p:ph type="body" sz="quarter" idx="1" hasCustomPrompt="1"/>
          </p:nvPr>
        </p:nvSpPr>
        <p:spPr>
          <a:xfrm>
            <a:off x="95095863" y="58293000"/>
            <a:ext cx="22072610" cy="1016000"/>
          </a:xfrm>
          <a:prstGeom prst="rect">
            <a:avLst/>
          </a:prstGeom>
        </p:spPr>
        <p:txBody>
          <a:bodyPr anchor="t"/>
          <a:lstStyle>
            <a:lvl1pPr marL="0" indent="0">
              <a:spcBef>
                <a:spcPts val="6800"/>
              </a:spcBef>
              <a:buSzTx/>
              <a:buNone/>
              <a:defRPr b="1" sz="6000">
                <a:solidFill>
                  <a:srgbClr val="94A8B2"/>
                </a:solidFill>
                <a:latin typeface="+mj-lt"/>
                <a:ea typeface="+mj-ea"/>
                <a:cs typeface="+mj-cs"/>
                <a:sym typeface="Helvetica"/>
              </a:defRPr>
            </a:lvl1pPr>
            <a:lvl2pPr marL="1367692" indent="-732692">
              <a:spcBef>
                <a:spcPts val="6800"/>
              </a:spcBef>
              <a:defRPr b="1" sz="6000">
                <a:solidFill>
                  <a:srgbClr val="94A8B2"/>
                </a:solidFill>
                <a:latin typeface="+mj-lt"/>
                <a:ea typeface="+mj-ea"/>
                <a:cs typeface="+mj-cs"/>
                <a:sym typeface="Helvetica"/>
              </a:defRPr>
            </a:lvl2pPr>
            <a:lvl3pPr marL="2002688" indent="-732692">
              <a:spcBef>
                <a:spcPts val="6800"/>
              </a:spcBef>
              <a:defRPr b="1" sz="6000">
                <a:solidFill>
                  <a:srgbClr val="94A8B2"/>
                </a:solidFill>
                <a:latin typeface="+mj-lt"/>
                <a:ea typeface="+mj-ea"/>
                <a:cs typeface="+mj-cs"/>
                <a:sym typeface="Helvetica"/>
              </a:defRPr>
            </a:lvl3pPr>
            <a:lvl4pPr marL="2637688" indent="-732688">
              <a:spcBef>
                <a:spcPts val="6800"/>
              </a:spcBef>
              <a:defRPr b="1" sz="6000">
                <a:solidFill>
                  <a:srgbClr val="94A8B2"/>
                </a:solidFill>
                <a:latin typeface="+mj-lt"/>
                <a:ea typeface="+mj-ea"/>
                <a:cs typeface="+mj-cs"/>
                <a:sym typeface="Helvetica"/>
              </a:defRPr>
            </a:lvl4pPr>
            <a:lvl5pPr marL="3272692" indent="-732692">
              <a:spcBef>
                <a:spcPts val="6800"/>
              </a:spcBef>
              <a:defRPr b="1" sz="6000">
                <a:solidFill>
                  <a:srgbClr val="94A8B2"/>
                </a:solidFill>
                <a:latin typeface="+mj-lt"/>
                <a:ea typeface="+mj-ea"/>
                <a:cs typeface="+mj-cs"/>
                <a:sym typeface="Helvetica"/>
              </a:defRPr>
            </a:lvl5pPr>
          </a:lstStyle>
          <a:p>
            <a:pPr/>
            <a:r>
              <a:t> 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132" name="文本"/>
          <p:cNvSpPr txBox="1"/>
          <p:nvPr>
            <p:ph type="body" sz="quarter" idx="21" hasCustomPrompt="1"/>
          </p:nvPr>
        </p:nvSpPr>
        <p:spPr>
          <a:xfrm>
            <a:off x="95097600" y="59423300"/>
            <a:ext cx="19291300" cy="241300"/>
          </a:xfrm>
          <a:prstGeom prst="rect">
            <a:avLst/>
          </a:prstGeom>
        </p:spPr>
        <p:txBody>
          <a:bodyPr lIns="0" tIns="0" rIns="0" bIns="0" anchor="b"/>
          <a:lstStyle>
            <a:lvl1pPr marL="0" indent="0">
              <a:spcBef>
                <a:spcPts val="0"/>
              </a:spcBef>
              <a:buSzTx/>
              <a:buNone/>
              <a:defRPr spc="-100" sz="1600">
                <a:solidFill>
                  <a:srgbClr val="94A8B2"/>
                </a:solidFill>
                <a:latin typeface="SF Hello Regular"/>
                <a:ea typeface="SF Hello Regular"/>
                <a:cs typeface="SF Hello Regular"/>
                <a:sym typeface="SF Hello Regular"/>
              </a:defRPr>
            </a:lvl1pPr>
          </a:lstStyle>
          <a:p>
            <a:pPr/>
            <a:r>
              <a:t> </a:t>
            </a:r>
          </a:p>
        </p:txBody>
      </p:sp>
      <p:sp>
        <p:nvSpPr>
          <p:cNvPr id="133" name="标题文本"/>
          <p:cNvSpPr txBox="1"/>
          <p:nvPr>
            <p:ph type="title" hasCustomPrompt="1"/>
          </p:nvPr>
        </p:nvSpPr>
        <p:spPr>
          <a:xfrm>
            <a:off x="1142999" y="10972800"/>
            <a:ext cx="22098002" cy="1384300"/>
          </a:xfrm>
          <a:prstGeom prst="rect">
            <a:avLst/>
          </a:prstGeom>
        </p:spPr>
        <p:txBody>
          <a:bodyPr/>
          <a:lstStyle>
            <a:lvl1pPr algn="l">
              <a:spcBef>
                <a:spcPts val="300"/>
              </a:spcBef>
              <a:defRPr spc="-72" sz="3600">
                <a:latin typeface="SF Hello Regular"/>
                <a:ea typeface="SF Hello Regular"/>
                <a:cs typeface="SF Hello Regular"/>
                <a:sym typeface="SF Hello Regular"/>
              </a:defRPr>
            </a:lvl1pPr>
          </a:lstStyle>
          <a:p>
            <a:pPr/>
            <a:r>
              <a:t>标题文本</a:t>
            </a:r>
          </a:p>
        </p:txBody>
      </p:sp>
      <p:sp>
        <p:nvSpPr>
          <p:cNvPr id="134" name="正文级别 1…"/>
          <p:cNvSpPr txBox="1"/>
          <p:nvPr>
            <p:ph type="body" idx="22" hasCustomPrompt="1"/>
          </p:nvPr>
        </p:nvSpPr>
        <p:spPr>
          <a:xfrm>
            <a:off x="1142996" y="2743200"/>
            <a:ext cx="22098008" cy="8229600"/>
          </a:xfrm>
          <a:prstGeom prst="rect">
            <a:avLst/>
          </a:prstGeom>
        </p:spPr>
        <p:txBody>
          <a:bodyPr/>
          <a:lstStyle>
            <a:lvl1pPr marL="0" indent="0" defTabSz="751205">
              <a:spcBef>
                <a:spcPts val="0"/>
              </a:spcBef>
              <a:buClr>
                <a:srgbClr val="FFFFFF">
                  <a:alpha val="0"/>
                </a:srgbClr>
              </a:buClr>
              <a:buSzPct val="25000"/>
              <a:defRPr b="1" spc="-200" sz="9100">
                <a:latin typeface="+mj-lt"/>
                <a:ea typeface="+mj-ea"/>
                <a:cs typeface="+mj-cs"/>
                <a:sym typeface="Helvetica"/>
              </a:defRPr>
            </a:lvl1pPr>
          </a:lstStyle>
          <a:p>
            <a:pPr/>
            <a:r>
              <a:t>正文级别 1
正文级别 2
正文级别 3
正文级别 4
正文级别 5</a:t>
            </a:r>
          </a:p>
        </p:txBody>
      </p:sp>
      <p:pic>
        <p:nvPicPr>
          <p:cNvPr id="135" name="160927 Apple Logo Black JB.ai" descr="160927 Apple Logo Black JB.ai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943461" y="877653"/>
            <a:ext cx="1320552" cy="1320552"/>
          </a:xfrm>
          <a:prstGeom prst="rect">
            <a:avLst/>
          </a:prstGeom>
          <a:ln w="12700">
            <a:miter lim="400000"/>
          </a:ln>
        </p:spPr>
      </p:pic>
      <p:sp>
        <p:nvSpPr>
          <p:cNvPr id="136" name="Slide Number"/>
          <p:cNvSpPr txBox="1"/>
          <p:nvPr>
            <p:ph type="sldNum" sz="quarter" idx="2"/>
          </p:nvPr>
        </p:nvSpPr>
        <p:spPr>
          <a:xfrm>
            <a:off x="23966215" y="13042900"/>
            <a:ext cx="326195" cy="330200"/>
          </a:xfrm>
          <a:prstGeom prst="rect">
            <a:avLst/>
          </a:prstGeom>
        </p:spPr>
        <p:txBody>
          <a:bodyPr/>
          <a:lstStyle>
            <a:lvl1pPr algn="r" defTabSz="914400">
              <a:tabLst>
                <a:tab pos="914400" algn="l"/>
              </a:tabLst>
              <a:defRPr sz="1500">
                <a:solidFill>
                  <a:srgbClr val="87939D"/>
                </a:solidFill>
                <a:latin typeface="SF Hello Regular"/>
                <a:ea typeface="SF Hello Regular"/>
                <a:cs typeface="SF Hello Regular"/>
                <a:sym typeface="SF Hello Regular"/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Apple Confidential–Internal Use Only"/>
          <p:cNvSpPr txBox="1"/>
          <p:nvPr/>
        </p:nvSpPr>
        <p:spPr>
          <a:xfrm>
            <a:off x="21130620" y="13373100"/>
            <a:ext cx="3136603" cy="2286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 anchor="b">
            <a:spAutoFit/>
          </a:bodyPr>
          <a:lstStyle>
            <a:lvl1pPr algn="r" defTabSz="914400">
              <a:tabLst>
                <a:tab pos="914400" algn="l"/>
              </a:tabLst>
              <a:defRPr sz="1500">
                <a:solidFill>
                  <a:srgbClr val="87939D"/>
                </a:solidFill>
                <a:latin typeface="SF Hello Regular"/>
                <a:ea typeface="SF Hello Regular"/>
                <a:cs typeface="SF Hello Regular"/>
                <a:sym typeface="SF Hello Regular"/>
              </a:defRPr>
            </a:lvl1pPr>
          </a:lstStyle>
          <a:p>
            <a:pPr/>
            <a:r>
              <a:t>Apple Confidential–Internal Use Only</a:t>
            </a:r>
          </a:p>
        </p:txBody>
      </p:sp>
      <p:sp>
        <p:nvSpPr>
          <p:cNvPr id="144" name="reliability engineering"/>
          <p:cNvSpPr txBox="1"/>
          <p:nvPr/>
        </p:nvSpPr>
        <p:spPr>
          <a:xfrm>
            <a:off x="214165" y="13373100"/>
            <a:ext cx="19291302" cy="2286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b">
            <a:spAutoFit/>
          </a:bodyPr>
          <a:lstStyle>
            <a:lvl1pPr algn="l" defTabSz="914400">
              <a:tabLst>
                <a:tab pos="914400" algn="l"/>
              </a:tabLst>
              <a:defRPr sz="1500">
                <a:solidFill>
                  <a:srgbClr val="87939D"/>
                </a:solidFill>
                <a:latin typeface="SF Hello Regular"/>
                <a:ea typeface="SF Hello Regular"/>
                <a:cs typeface="SF Hello Regular"/>
                <a:sym typeface="SF Hello Regular"/>
              </a:defRPr>
            </a:lvl1pPr>
          </a:lstStyle>
          <a:p>
            <a:pPr/>
            <a:r>
              <a:t>reliability engineering</a:t>
            </a:r>
          </a:p>
        </p:txBody>
      </p:sp>
      <p:sp>
        <p:nvSpPr>
          <p:cNvPr id="145" name="Slide Number"/>
          <p:cNvSpPr txBox="1"/>
          <p:nvPr>
            <p:ph type="sldNum" sz="quarter" idx="2"/>
          </p:nvPr>
        </p:nvSpPr>
        <p:spPr>
          <a:xfrm>
            <a:off x="23963834" y="13042900"/>
            <a:ext cx="326195" cy="330200"/>
          </a:xfrm>
          <a:prstGeom prst="rect">
            <a:avLst/>
          </a:prstGeom>
        </p:spPr>
        <p:txBody>
          <a:bodyPr/>
          <a:lstStyle>
            <a:lvl1pPr algn="r" defTabSz="914400">
              <a:tabLst>
                <a:tab pos="914400" algn="l"/>
              </a:tabLst>
              <a:defRPr sz="1500">
                <a:solidFill>
                  <a:srgbClr val="87939D"/>
                </a:solidFill>
                <a:latin typeface="SF Hello Regular"/>
                <a:ea typeface="SF Hello Regular"/>
                <a:cs typeface="SF Hello Regular"/>
                <a:sym typeface="SF Hello Regular"/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<Relationship Id="rId14" Type="http://schemas.openxmlformats.org/officeDocument/2006/relationships/slideLayout" Target="../slideLayouts/slideLayout13.xml"/><Relationship Id="rId15" Type="http://schemas.openxmlformats.org/officeDocument/2006/relationships/slideLayout" Target="../slideLayouts/slideLayout14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文本"/>
          <p:cNvSpPr txBox="1"/>
          <p:nvPr>
            <p:ph type="title" hasCustomPrompt="1"/>
          </p:nvPr>
        </p:nvSpPr>
        <p:spPr>
          <a:xfrm>
            <a:off x="1689100" y="355600"/>
            <a:ext cx="21005800" cy="22860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normAutofit fontScale="100000" lnSpcReduction="0"/>
          </a:bodyPr>
          <a:lstStyle/>
          <a:p>
            <a:pPr/>
            <a:r>
              <a:t>标题文本</a:t>
            </a:r>
          </a:p>
        </p:txBody>
      </p:sp>
      <p:sp>
        <p:nvSpPr>
          <p:cNvPr id="3" name="Body Level One…"/>
          <p:cNvSpPr txBox="1"/>
          <p:nvPr>
            <p:ph type="body" idx="1" hasCustomPrompt="1"/>
          </p:nvPr>
        </p:nvSpPr>
        <p:spPr>
          <a:xfrm>
            <a:off x="1689100" y="3149600"/>
            <a:ext cx="21005800" cy="92964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normAutofit fontScale="100000" lnSpcReduction="0"/>
          </a:bodyPr>
          <a:lstStyle/>
          <a:p>
            <a:pPr/>
            <a:r>
              <a:t>正文级别 1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4" name="Slide Number"/>
          <p:cNvSpPr txBox="1"/>
          <p:nvPr>
            <p:ph type="sldNum" sz="quarter" idx="2"/>
          </p:nvPr>
        </p:nvSpPr>
        <p:spPr>
          <a:xfrm>
            <a:off x="11959031" y="13081000"/>
            <a:ext cx="453239" cy="461059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>
            <a:spAutoFit/>
          </a:bodyPr>
          <a:lstStyle>
            <a:lvl1pPr>
              <a:defRPr sz="2400"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</p:sldLayoutIdLst>
  <p:transition xmlns:p14="http://schemas.microsoft.com/office/powerpoint/2010/main" spd="med" advClick="1"/>
  <p:txStyles>
    <p:titleStyle>
      <a:lvl1pPr marL="0" marR="0" indent="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1200" u="none">
          <a:solidFill>
            <a:srgbClr val="000000"/>
          </a:solidFill>
          <a:uFillTx/>
          <a:latin typeface="Helvetica Neue Medium"/>
          <a:ea typeface="Helvetica Neue Medium"/>
          <a:cs typeface="Helvetica Neue Medium"/>
          <a:sym typeface="Helvetica Neue Medium"/>
        </a:defRPr>
      </a:lvl1pPr>
      <a:lvl2pPr marL="0" marR="0" indent="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1200" u="none">
          <a:solidFill>
            <a:srgbClr val="000000"/>
          </a:solidFill>
          <a:uFillTx/>
          <a:latin typeface="Helvetica Neue Medium"/>
          <a:ea typeface="Helvetica Neue Medium"/>
          <a:cs typeface="Helvetica Neue Medium"/>
          <a:sym typeface="Helvetica Neue Medium"/>
        </a:defRPr>
      </a:lvl2pPr>
      <a:lvl3pPr marL="0" marR="0" indent="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1200" u="none">
          <a:solidFill>
            <a:srgbClr val="000000"/>
          </a:solidFill>
          <a:uFillTx/>
          <a:latin typeface="Helvetica Neue Medium"/>
          <a:ea typeface="Helvetica Neue Medium"/>
          <a:cs typeface="Helvetica Neue Medium"/>
          <a:sym typeface="Helvetica Neue Medium"/>
        </a:defRPr>
      </a:lvl3pPr>
      <a:lvl4pPr marL="0" marR="0" indent="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1200" u="none">
          <a:solidFill>
            <a:srgbClr val="000000"/>
          </a:solidFill>
          <a:uFillTx/>
          <a:latin typeface="Helvetica Neue Medium"/>
          <a:ea typeface="Helvetica Neue Medium"/>
          <a:cs typeface="Helvetica Neue Medium"/>
          <a:sym typeface="Helvetica Neue Medium"/>
        </a:defRPr>
      </a:lvl4pPr>
      <a:lvl5pPr marL="0" marR="0" indent="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1200" u="none">
          <a:solidFill>
            <a:srgbClr val="000000"/>
          </a:solidFill>
          <a:uFillTx/>
          <a:latin typeface="Helvetica Neue Medium"/>
          <a:ea typeface="Helvetica Neue Medium"/>
          <a:cs typeface="Helvetica Neue Medium"/>
          <a:sym typeface="Helvetica Neue Medium"/>
        </a:defRPr>
      </a:lvl5pPr>
      <a:lvl6pPr marL="0" marR="0" indent="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1200" u="none">
          <a:solidFill>
            <a:srgbClr val="000000"/>
          </a:solidFill>
          <a:uFillTx/>
          <a:latin typeface="Helvetica Neue Medium"/>
          <a:ea typeface="Helvetica Neue Medium"/>
          <a:cs typeface="Helvetica Neue Medium"/>
          <a:sym typeface="Helvetica Neue Medium"/>
        </a:defRPr>
      </a:lvl6pPr>
      <a:lvl7pPr marL="0" marR="0" indent="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1200" u="none">
          <a:solidFill>
            <a:srgbClr val="000000"/>
          </a:solidFill>
          <a:uFillTx/>
          <a:latin typeface="Helvetica Neue Medium"/>
          <a:ea typeface="Helvetica Neue Medium"/>
          <a:cs typeface="Helvetica Neue Medium"/>
          <a:sym typeface="Helvetica Neue Medium"/>
        </a:defRPr>
      </a:lvl7pPr>
      <a:lvl8pPr marL="0" marR="0" indent="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1200" u="none">
          <a:solidFill>
            <a:srgbClr val="000000"/>
          </a:solidFill>
          <a:uFillTx/>
          <a:latin typeface="Helvetica Neue Medium"/>
          <a:ea typeface="Helvetica Neue Medium"/>
          <a:cs typeface="Helvetica Neue Medium"/>
          <a:sym typeface="Helvetica Neue Medium"/>
        </a:defRPr>
      </a:lvl8pPr>
      <a:lvl9pPr marL="0" marR="0" indent="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1200" u="none">
          <a:solidFill>
            <a:srgbClr val="000000"/>
          </a:solidFill>
          <a:uFillTx/>
          <a:latin typeface="Helvetica Neue Medium"/>
          <a:ea typeface="Helvetica Neue Medium"/>
          <a:cs typeface="Helvetica Neue Medium"/>
          <a:sym typeface="Helvetica Neue Medium"/>
        </a:defRPr>
      </a:lvl9pPr>
    </p:titleStyle>
    <p:bodyStyle>
      <a:lvl1pPr marL="635000" marR="0" indent="-635000" algn="l" defTabSz="825500" rtl="0" latinLnBrk="0">
        <a:lnSpc>
          <a:spcPct val="100000"/>
        </a:lnSpc>
        <a:spcBef>
          <a:spcPts val="5900"/>
        </a:spcBef>
        <a:spcAft>
          <a:spcPts val="0"/>
        </a:spcAft>
        <a:buClrTx/>
        <a:buSzPct val="125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1pPr>
      <a:lvl2pPr marL="1270000" marR="0" indent="-635000" algn="l" defTabSz="825500" rtl="0" latinLnBrk="0">
        <a:lnSpc>
          <a:spcPct val="100000"/>
        </a:lnSpc>
        <a:spcBef>
          <a:spcPts val="5900"/>
        </a:spcBef>
        <a:spcAft>
          <a:spcPts val="0"/>
        </a:spcAft>
        <a:buClrTx/>
        <a:buSzPct val="125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2pPr>
      <a:lvl3pPr marL="1905000" marR="0" indent="-635000" algn="l" defTabSz="825500" rtl="0" latinLnBrk="0">
        <a:lnSpc>
          <a:spcPct val="100000"/>
        </a:lnSpc>
        <a:spcBef>
          <a:spcPts val="5900"/>
        </a:spcBef>
        <a:spcAft>
          <a:spcPts val="0"/>
        </a:spcAft>
        <a:buClrTx/>
        <a:buSzPct val="125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3pPr>
      <a:lvl4pPr marL="2540000" marR="0" indent="-635000" algn="l" defTabSz="825500" rtl="0" latinLnBrk="0">
        <a:lnSpc>
          <a:spcPct val="100000"/>
        </a:lnSpc>
        <a:spcBef>
          <a:spcPts val="5900"/>
        </a:spcBef>
        <a:spcAft>
          <a:spcPts val="0"/>
        </a:spcAft>
        <a:buClrTx/>
        <a:buSzPct val="125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4pPr>
      <a:lvl5pPr marL="3175000" marR="0" indent="-635000" algn="l" defTabSz="825500" rtl="0" latinLnBrk="0">
        <a:lnSpc>
          <a:spcPct val="100000"/>
        </a:lnSpc>
        <a:spcBef>
          <a:spcPts val="5900"/>
        </a:spcBef>
        <a:spcAft>
          <a:spcPts val="0"/>
        </a:spcAft>
        <a:buClrTx/>
        <a:buSzPct val="125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5pPr>
      <a:lvl6pPr marL="3761151" marR="0" indent="-586152" algn="l" defTabSz="825500" rtl="0" latinLnBrk="0">
        <a:lnSpc>
          <a:spcPct val="100000"/>
        </a:lnSpc>
        <a:spcBef>
          <a:spcPts val="5900"/>
        </a:spcBef>
        <a:spcAft>
          <a:spcPts val="0"/>
        </a:spcAft>
        <a:buClrTx/>
        <a:buSzPct val="125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6pPr>
      <a:lvl7pPr marL="4396151" marR="0" indent="-586151" algn="l" defTabSz="825500" rtl="0" latinLnBrk="0">
        <a:lnSpc>
          <a:spcPct val="100000"/>
        </a:lnSpc>
        <a:spcBef>
          <a:spcPts val="5900"/>
        </a:spcBef>
        <a:spcAft>
          <a:spcPts val="0"/>
        </a:spcAft>
        <a:buClrTx/>
        <a:buSzPct val="125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7pPr>
      <a:lvl8pPr marL="5031151" marR="0" indent="-586151" algn="l" defTabSz="825500" rtl="0" latinLnBrk="0">
        <a:lnSpc>
          <a:spcPct val="100000"/>
        </a:lnSpc>
        <a:spcBef>
          <a:spcPts val="5900"/>
        </a:spcBef>
        <a:spcAft>
          <a:spcPts val="0"/>
        </a:spcAft>
        <a:buClrTx/>
        <a:buSzPct val="125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8pPr>
      <a:lvl9pPr marL="5666151" marR="0" indent="-586151" algn="l" defTabSz="825500" rtl="0" latinLnBrk="0">
        <a:lnSpc>
          <a:spcPct val="100000"/>
        </a:lnSpc>
        <a:spcBef>
          <a:spcPts val="5900"/>
        </a:spcBef>
        <a:spcAft>
          <a:spcPts val="0"/>
        </a:spcAft>
        <a:buClrTx/>
        <a:buSzPct val="125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9pPr>
    </p:bodyStyle>
    <p:otherStyle>
      <a:lvl1pPr marL="0" marR="0" indent="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2400" u="none"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1pPr>
      <a:lvl2pPr marL="0" marR="0" indent="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2400" u="none"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2pPr>
      <a:lvl3pPr marL="0" marR="0" indent="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2400" u="none"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3pPr>
      <a:lvl4pPr marL="0" marR="0" indent="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2400" u="none"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4pPr>
      <a:lvl5pPr marL="0" marR="0" indent="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2400" u="none"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5pPr>
      <a:lvl6pPr marL="0" marR="0" indent="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2400" u="none"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6pPr>
      <a:lvl7pPr marL="0" marR="0" indent="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2400" u="none"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7pPr>
      <a:lvl8pPr marL="0" marR="0" indent="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2400" u="none"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8pPr>
      <a:lvl9pPr marL="0" marR="0" indent="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2400" u="none"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9pPr>
    </p:otherStyle>
  </p:txStyles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8.xml"/></Relationships>
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8.xml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文字方塊 3"/>
          <p:cNvSpPr txBox="1"/>
          <p:nvPr/>
        </p:nvSpPr>
        <p:spPr>
          <a:xfrm>
            <a:off x="1029948" y="349245"/>
            <a:ext cx="10666753" cy="558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>
            <a:lvl1pPr algn="l">
              <a:defRPr b="1">
                <a:latin typeface="微軟正黑體"/>
                <a:ea typeface="微軟正黑體"/>
                <a:cs typeface="微軟正黑體"/>
                <a:sym typeface="微軟正黑體"/>
              </a:defRPr>
            </a:lvl1pPr>
          </a:lstStyle>
          <a:p>
            <a:pPr/>
            <a:r>
              <a:t>{REPORT_TITLE}</a:t>
            </a:r>
          </a:p>
        </p:txBody>
      </p:sp>
      <p:sp>
        <p:nvSpPr>
          <p:cNvPr id="155" name="矩形 20"/>
          <p:cNvSpPr/>
          <p:nvPr/>
        </p:nvSpPr>
        <p:spPr>
          <a:xfrm>
            <a:off x="12720917" y="901700"/>
            <a:ext cx="11252998" cy="12420600"/>
          </a:xfrm>
          <a:prstGeom prst="rect">
            <a:avLst/>
          </a:prstGeom>
          <a:ln w="12700">
            <a:solidFill>
              <a:srgbClr val="000000"/>
            </a:solidFill>
            <a:miter lim="400000"/>
          </a:ln>
        </p:spPr>
        <p:txBody>
          <a:bodyPr lIns="0" tIns="0" rIns="0" bIns="0" anchor="ctr"/>
          <a:lstStyle/>
          <a:p>
            <a:pPr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156" name="文字方塊 21"/>
          <p:cNvSpPr txBox="1"/>
          <p:nvPr/>
        </p:nvSpPr>
        <p:spPr>
          <a:xfrm>
            <a:off x="12963286" y="1049734"/>
            <a:ext cx="10768258" cy="406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>
            <a:lvl1pPr algn="l">
              <a:defRPr sz="2000">
                <a:latin typeface="微軟正黑體"/>
                <a:ea typeface="微軟正黑體"/>
                <a:cs typeface="微軟正黑體"/>
                <a:sym typeface="微軟正黑體"/>
              </a:defRPr>
            </a:lvl1pPr>
          </a:lstStyle>
          <a:p>
            <a:pPr/>
            <a:r>
              <a:t>Analysis:</a:t>
            </a:r>
          </a:p>
        </p:txBody>
      </p:sp>
      <p:graphicFrame>
        <p:nvGraphicFramePr>
          <p:cNvPr id="157" name="表格 4"/>
          <p:cNvGraphicFramePr/>
          <p:nvPr/>
        </p:nvGraphicFramePr>
        <p:xfrm>
          <a:off x="1060883" y="933372"/>
          <a:ext cx="11582273" cy="10609740"/>
        </p:xfrm>
        <a:graphic xmlns:a="http://schemas.openxmlformats.org/drawingml/2006/main">
          <a:graphicData uri="http://schemas.openxmlformats.org/drawingml/2006/table">
            <a:tbl>
              <a:tblPr firstCol="0" firstRow="0" lastCol="0" lastRow="0" bandCol="0" bandRow="1" rtl="0">
                <a:tableStyleId>{4C3C2611-4C71-4FC5-86AE-919BDF0F9419}</a:tableStyleId>
              </a:tblPr>
              <a:tblGrid>
                <a:gridCol w="2707356"/>
                <a:gridCol w="4102016"/>
                <a:gridCol w="4772900"/>
              </a:tblGrid>
              <a:tr h="764540">
                <a:tc rowSpan="4"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b="1" sz="2400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Meta Data元數據</a:t>
                      </a:r>
                    </a:p>
                  </a:txBody>
                  <a:tcPr marL="45720" marR="45720" marT="45720" marB="45720" anchor="ctr" anchorCtr="0" horzOverflow="overflow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defRPr>
                      </a:pPr>
                      <a:r>
                        <a:t>檔案名：</a:t>
                      </a:r>
                    </a:p>
                    <a:p>
                      <a:pPr algn="l">
                        <a:defRPr sz="1200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defRPr>
                      </a:pPr>
                      <a:r>
                        <a:t>{FILE_NAME}</a:t>
                      </a:r>
                    </a:p>
                  </a:txBody>
                  <a:tcPr marL="45720" marR="45720" marT="45720" marB="45720" anchor="t" anchorCtr="0" horzOverflow="overflow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defRPr>
                      </a:pPr>
                      <a:r>
                        <a:t>iPad機型：</a:t>
                      </a:r>
                    </a:p>
                    <a:p>
                      <a:pPr algn="l">
                        <a:defRPr sz="1200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defRPr>
                      </a:pPr>
                      <a:r>
                        <a:t>{IPAD_MODEL}</a:t>
                      </a:r>
                    </a:p>
                  </a:txBody>
                  <a:tcPr marL="45720" marR="45720" marT="45720" marB="45720" anchor="t" anchorCtr="0" horzOverflow="overflow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</a:tr>
              <a:tr h="764540">
                <a:tc vMerge="1">
                  <a:tcPr/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defRPr>
                      </a:pPr>
                      <a:r>
                        <a:t>Build：</a:t>
                      </a:r>
                    </a:p>
                    <a:p>
                      <a:pPr algn="l">
                        <a:defRPr sz="1200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defRPr>
                      </a:pPr>
                      <a:r>
                        <a:t>{BUILD}</a:t>
                      </a:r>
                    </a:p>
                  </a:txBody>
                  <a:tcPr marL="45720" marR="45720" marT="45720" marB="45720" anchor="t" anchorCtr="0" horzOverflow="overflow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defRPr>
                      </a:pPr>
                      <a:r>
                        <a:t>iPad機種：</a:t>
                      </a:r>
                    </a:p>
                    <a:p>
                      <a:pPr algn="l">
                        <a:defRPr sz="1200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defRPr>
                      </a:pPr>
                      <a:r>
                        <a:t>{IPAD_TYPE}</a:t>
                      </a:r>
                    </a:p>
                  </a:txBody>
                  <a:tcPr marL="45720" marR="45720" marT="45720" marB="45720" anchor="t" anchorCtr="0" horzOverflow="overflow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</a:tr>
              <a:tr h="764540">
                <a:tc vMerge="1">
                  <a:tcPr/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defRPr>
                      </a:pPr>
                      <a:r>
                        <a:t>製程：</a:t>
                      </a:r>
                    </a:p>
                    <a:p>
                      <a:pPr algn="l">
                        <a:defRPr sz="1200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defRPr>
                      </a:pPr>
                      <a:r>
                        <a:t>{PROCESS}</a:t>
                      </a:r>
                    </a:p>
                  </a:txBody>
                  <a:tcPr marL="45720" marR="45720" marT="45720" marB="45720" anchor="t" anchorCtr="0" horzOverflow="overflow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defRPr>
                      </a:pPr>
                      <a:r>
                        <a:t>報告人：</a:t>
                      </a:r>
                    </a:p>
                    <a:p>
                      <a:pPr algn="l">
                        <a:defRPr sz="1200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defRPr>
                      </a:pPr>
                      <a:r>
                        <a:t>{REPORTER}</a:t>
                      </a:r>
                    </a:p>
                  </a:txBody>
                  <a:tcPr marL="45720" marR="45720" marT="45720" marB="45720" anchor="t" anchorCtr="0" horzOverflow="overflow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</a:tr>
              <a:tr h="764540">
                <a:tc vMerge="1">
                  <a:tcPr/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defRPr>
                      </a:pPr>
                      <a:r>
                        <a:t>關鍵字：</a:t>
                      </a:r>
                    </a:p>
                    <a:p>
                      <a:pPr algn="l">
                        <a:defRPr sz="1200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defRPr>
                      </a:pPr>
                      <a:r>
                        <a:t>{KEYWORDS}</a:t>
                      </a:r>
                    </a:p>
                  </a:txBody>
                  <a:tcPr marL="45720" marR="45720" marT="45720" marB="45720" anchor="t" anchorCtr="0" horzOverflow="overflow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>
                          <a:sym typeface="Helvetica Neue"/>
                        </a:defRPr>
                      </a:pPr>
                    </a:p>
                  </a:txBody>
                  <a:tcPr marL="45720" marR="45720" marT="45720" marB="45720" anchor="t" anchorCtr="0" horzOverflow="overflow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</a:tr>
              <a:tr h="1207815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b="1" sz="2400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問題描述：</a:t>
                      </a:r>
                    </a:p>
                  </a:txBody>
                  <a:tcPr marL="45720" marR="45720" marT="45720" marB="45720" anchor="t" anchorCtr="0" horzOverflow="overflow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200">
                          <a:sym typeface="Helvetica Neue"/>
                        </a:rPr>
                        <a:t>{ISSUE_DESCRIPTION}</a:t>
                      </a:r>
                    </a:p>
                  </a:txBody>
                  <a:tcPr marL="45720" marR="45720" marT="45720" marB="45720" anchor="t" anchorCtr="0" horzOverflow="overflow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tc hMerge="1">
                  <a:tcPr/>
                </a:tc>
              </a:tr>
              <a:tr h="1207815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b="1" sz="2400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 問題分析：</a:t>
                      </a:r>
                    </a:p>
                  </a:txBody>
                  <a:tcPr marL="45720" marR="45720" marT="45720" marB="45720" anchor="ctr" anchorCtr="0" horzOverflow="overflow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200">
                          <a:sym typeface="Helvetica Neue"/>
                        </a:rPr>
                        <a:t>{ISSUE_ANALYSIS}</a:t>
                      </a:r>
                    </a:p>
                  </a:txBody>
                  <a:tcPr marL="45720" marR="45720" marT="45720" marB="45720" anchor="t" anchorCtr="0" horzOverflow="overflow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tc hMerge="1">
                  <a:tcPr/>
                </a:tc>
              </a:tr>
              <a:tr h="1704559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b="1" sz="2400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 根本原因：</a:t>
                      </a:r>
                    </a:p>
                  </a:txBody>
                  <a:tcPr marL="45720" marR="45720" marT="45720" marB="45720" anchor="ctr" anchorCtr="0" horzOverflow="overflow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200">
                          <a:sym typeface="Helvetica Neue"/>
                        </a:rPr>
                        <a:t>{ROOT_CAUSE}</a:t>
                      </a:r>
                    </a:p>
                  </a:txBody>
                  <a:tcPr marL="45720" marR="45720" marT="45720" marB="45720" anchor="t" anchorCtr="0" horzOverflow="overflow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tc hMerge="1">
                  <a:tcPr/>
                </a:tc>
              </a:tr>
              <a:tr h="1704559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b="1" sz="2400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 圍堵措施：</a:t>
                      </a:r>
                    </a:p>
                  </a:txBody>
                  <a:tcPr marL="45720" marR="45720" marT="45720" marB="45720" anchor="ctr" anchorCtr="0" horzOverflow="overflow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200">
                          <a:sym typeface="Helvetica Neue"/>
                        </a:rPr>
                        <a:t>{CONTAINMENT}</a:t>
                      </a:r>
                    </a:p>
                  </a:txBody>
                  <a:tcPr marL="45720" marR="45720" marT="45720" marB="45720" anchor="t" anchorCtr="0" horzOverflow="overflow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tc hMerge="1">
                  <a:tcPr/>
                </a:tc>
              </a:tr>
              <a:tr h="1726830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b="1" sz="2400"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 改善對策：</a:t>
                      </a:r>
                    </a:p>
                  </a:txBody>
                  <a:tcPr marL="45720" marR="45720" marT="45720" marB="45720" anchor="ctr" anchorCtr="0" horzOverflow="overflow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200">
                          <a:sym typeface="Helvetica Neue"/>
                        </a:rPr>
                        <a:t>{CORRECTIVE}</a:t>
                      </a:r>
                    </a:p>
                  </a:txBody>
                  <a:tcPr marL="45720" marR="45720" marT="45720" marB="45720" anchor="t" anchorCtr="0" horzOverflow="overflow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tc hMerge="1">
                  <a:tcPr/>
                </a:tc>
              </a:tr>
            </a:tbl>
          </a:graphicData>
        </a:graphic>
      </p:graphicFrame>
    </p:spTree>
  </p:cSld>
  <p:clrMapOvr>
    <a:masterClrMapping/>
  </p:clrMapOvr>
  <p:transition xmlns:p14="http://schemas.microsoft.com/office/powerpoint/2010/main" spd="med" advClick="1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参考资料"/>
          <p:cNvSpPr txBox="1"/>
          <p:nvPr/>
        </p:nvSpPr>
        <p:spPr>
          <a:xfrm>
            <a:off x="1661685" y="501623"/>
            <a:ext cx="1638301" cy="635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>
                <a:latin typeface="+mn-lt"/>
                <a:ea typeface="+mn-ea"/>
                <a:cs typeface="+mn-cs"/>
                <a:sym typeface="Helvetica Neue"/>
              </a:defRPr>
            </a:lvl1pPr>
          </a:lstStyle>
          <a:p>
            <a:pPr/>
            <a:r>
              <a:t>参考资料</a:t>
            </a:r>
          </a:p>
        </p:txBody>
      </p:sp>
      <p:sp>
        <p:nvSpPr>
          <p:cNvPr id="160" name="{Related_text}"/>
          <p:cNvSpPr txBox="1"/>
          <p:nvPr/>
        </p:nvSpPr>
        <p:spPr>
          <a:xfrm>
            <a:off x="406400" y="7239000"/>
            <a:ext cx="9626600" cy="2794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>
            <a:lvl1pPr>
              <a:defRPr sz="1200"/>
            </a:lvl1pPr>
          </a:lstStyle>
          <a:p>
            <a:pPr/>
            <a:r>
              <a:t>{Related_text}</a:t>
            </a:r>
          </a:p>
        </p:txBody>
      </p:sp>
      <p:sp>
        <p:nvSpPr>
          <p:cNvPr id="161" name="RelatedText2"/>
          <p:cNvSpPr txBox="1"/>
          <p:nvPr/>
        </p:nvSpPr>
        <p:spPr>
          <a:xfrm>
            <a:off x="10782299" y="7239000"/>
            <a:ext cx="11785606" cy="2794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>
            <a:lvl1pPr>
              <a:defRPr sz="1200"/>
            </a:lvl1pPr>
          </a:lstStyle>
          <a:p>
            <a:pPr/>
            <a:r>
              <a:t>{Related_text_2}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theme/theme1.xml><?xml version="1.0" encoding="utf-8"?>
<a:theme xmlns:a="http://schemas.openxmlformats.org/drawingml/2006/main" xmlns:r="http://schemas.openxmlformats.org/officeDocument/2006/relationships" name="White">
  <a:themeElements>
    <a:clrScheme name="Whit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00A2FF"/>
      </a:accent1>
      <a:accent2>
        <a:srgbClr val="16E7CF"/>
      </a:accent2>
      <a:accent3>
        <a:srgbClr val="61D836"/>
      </a:accent3>
      <a:accent4>
        <a:srgbClr val="FAE232"/>
      </a:accent4>
      <a:accent5>
        <a:srgbClr val="FF644E"/>
      </a:accent5>
      <a:accent6>
        <a:srgbClr val="EF5FA7"/>
      </a:accent6>
      <a:hlink>
        <a:srgbClr val="0000FF"/>
      </a:hlink>
      <a:folHlink>
        <a:srgbClr val="FF00FF"/>
      </a:folHlink>
    </a:clrScheme>
    <a:fontScheme name="White">
      <a:majorFont>
        <a:latin typeface="Helvetica"/>
        <a:ea typeface="Helvetica"/>
        <a:cs typeface="Helvetica"/>
      </a:majorFont>
      <a:minorFont>
        <a:latin typeface="Helvetica Neue"/>
        <a:ea typeface="Helvetica Neue"/>
        <a:cs typeface="Helvetica Neue"/>
      </a:minorFont>
    </a:fontScheme>
    <a:fmtScheme name="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  <a:effectLst/>
        <a:sp3d/>
      </a:spPr>
      <a:bodyPr rot="0" spcFirstLastPara="1" vertOverflow="overflow" horzOverflow="overflow" vert="horz" wrap="square" lIns="0" tIns="0" rIns="0" bIns="0" numCol="1" spcCol="38100" rtlCol="0" anchor="ctr" upright="0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30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Helvetica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30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Helvetica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ppt/theme/theme2.xml><?xml version="1.0" encoding="utf-8"?>
<a:theme xmlns:a="http://schemas.openxmlformats.org/drawingml/2006/main" xmlns:r="http://schemas.openxmlformats.org/officeDocument/2006/relationships" name="White">
  <a:themeElements>
    <a:clrScheme name="Whit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00A2FF"/>
      </a:accent1>
      <a:accent2>
        <a:srgbClr val="16E7CF"/>
      </a:accent2>
      <a:accent3>
        <a:srgbClr val="61D836"/>
      </a:accent3>
      <a:accent4>
        <a:srgbClr val="FAE232"/>
      </a:accent4>
      <a:accent5>
        <a:srgbClr val="FF644E"/>
      </a:accent5>
      <a:accent6>
        <a:srgbClr val="EF5FA7"/>
      </a:accent6>
      <a:hlink>
        <a:srgbClr val="0000FF"/>
      </a:hlink>
      <a:folHlink>
        <a:srgbClr val="FF00FF"/>
      </a:folHlink>
    </a:clrScheme>
    <a:fontScheme name="White">
      <a:majorFont>
        <a:latin typeface="Helvetica"/>
        <a:ea typeface="Helvetica"/>
        <a:cs typeface="Helvetica"/>
      </a:majorFont>
      <a:minorFont>
        <a:latin typeface="Helvetica Neue"/>
        <a:ea typeface="Helvetica Neue"/>
        <a:cs typeface="Helvetica Neue"/>
      </a:minorFont>
    </a:fontScheme>
    <a:fmtScheme name="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  <a:effectLst/>
        <a:sp3d/>
      </a:spPr>
      <a:bodyPr rot="0" spcFirstLastPara="1" vertOverflow="overflow" horzOverflow="overflow" vert="horz" wrap="square" lIns="0" tIns="0" rIns="0" bIns="0" numCol="1" spcCol="38100" rtlCol="0" anchor="ctr" upright="0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30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Helvetica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30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Helvetica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docProps/app.xml><?xml version="1.0" encoding="utf-8"?>
<Properties xmlns="http://schemas.openxmlformats.org/officeDocument/2006/extended-properties" xmlns:vt="http://schemas.openxmlformats.org/officeDocument/2006/docPropsVTypes"/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/>
</file>