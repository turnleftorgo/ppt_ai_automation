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66CC"/>
                </a:solidFill>
              </a:defRPr>
            </a:pPr>
            <a:r>
              <a:t>{{Main_Title}}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{{Sub_Title}}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{{Slide_1_Title}}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{{Bullet_Point_1}}</a:t>
            </a:r>
          </a:p>
          <a:p>
            <a:r>
              <a:t>{{Bullet_Point_2}}</a:t>
            </a:r>
          </a:p>
          <a:p>
            <a:r>
              <a:t>{{Bullet_Point_3}}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